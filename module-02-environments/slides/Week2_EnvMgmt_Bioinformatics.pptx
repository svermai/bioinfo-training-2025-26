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C829EE-E9EC-4D4C-A521-7444D4D2E86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91DF05-4A17-4C3E-8651-3D21B1E802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Tool management for reproducible bioinformatics analyses</a:t>
          </a:r>
        </a:p>
      </dgm:t>
    </dgm:pt>
    <dgm:pt modelId="{C36E7281-D1FA-4079-8ECF-AEE5185467D8}" type="parTrans" cxnId="{4CD4C40F-8182-4640-9701-D2F0F84C8155}">
      <dgm:prSet/>
      <dgm:spPr/>
      <dgm:t>
        <a:bodyPr/>
        <a:lstStyle/>
        <a:p>
          <a:endParaRPr lang="en-US"/>
        </a:p>
      </dgm:t>
    </dgm:pt>
    <dgm:pt modelId="{D3D597EE-5A6E-49A7-BBDC-C4231DA80724}" type="sibTrans" cxnId="{4CD4C40F-8182-4640-9701-D2F0F84C8155}">
      <dgm:prSet/>
      <dgm:spPr/>
      <dgm:t>
        <a:bodyPr/>
        <a:lstStyle/>
        <a:p>
          <a:endParaRPr lang="en-US"/>
        </a:p>
      </dgm:t>
    </dgm:pt>
    <dgm:pt modelId="{2953C86C-3EC7-4B45-9CED-2DA470087E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Conda environments, Docker containers, and version control</a:t>
          </a:r>
        </a:p>
      </dgm:t>
    </dgm:pt>
    <dgm:pt modelId="{9E1FA621-1427-46D4-A87E-C0D49595FE29}" type="parTrans" cxnId="{0DA7505F-E7E2-4609-94E8-D415A36C7ABE}">
      <dgm:prSet/>
      <dgm:spPr/>
      <dgm:t>
        <a:bodyPr/>
        <a:lstStyle/>
        <a:p>
          <a:endParaRPr lang="en-US"/>
        </a:p>
      </dgm:t>
    </dgm:pt>
    <dgm:pt modelId="{82F27FBC-0E7E-4A26-83FA-B332A670F533}" type="sibTrans" cxnId="{0DA7505F-E7E2-4609-94E8-D415A36C7ABE}">
      <dgm:prSet/>
      <dgm:spPr/>
      <dgm:t>
        <a:bodyPr/>
        <a:lstStyle/>
        <a:p>
          <a:endParaRPr lang="en-US"/>
        </a:p>
      </dgm:t>
    </dgm:pt>
    <dgm:pt modelId="{42E722BD-8DC2-4EDD-A725-571D58EE8B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Install and validate FastQC, BWA, and SAMtools</a:t>
          </a:r>
        </a:p>
      </dgm:t>
    </dgm:pt>
    <dgm:pt modelId="{9B59B32C-4C12-4E50-ACB8-E5F596FF8E87}" type="parTrans" cxnId="{121CA5DE-EC67-4DBA-A5C9-00CD847379D6}">
      <dgm:prSet/>
      <dgm:spPr/>
      <dgm:t>
        <a:bodyPr/>
        <a:lstStyle/>
        <a:p>
          <a:endParaRPr lang="en-US"/>
        </a:p>
      </dgm:t>
    </dgm:pt>
    <dgm:pt modelId="{7DC4894D-C878-4722-B04F-BC041E8DC18B}" type="sibTrans" cxnId="{121CA5DE-EC67-4DBA-A5C9-00CD847379D6}">
      <dgm:prSet/>
      <dgm:spPr/>
      <dgm:t>
        <a:bodyPr/>
        <a:lstStyle/>
        <a:p>
          <a:endParaRPr lang="en-US"/>
        </a:p>
      </dgm:t>
    </dgm:pt>
    <dgm:pt modelId="{BED33989-CF02-4956-BD2F-DE4602284F41}" type="pres">
      <dgm:prSet presAssocID="{D4C829EE-E9EC-4D4C-A521-7444D4D2E867}" presName="root" presStyleCnt="0">
        <dgm:presLayoutVars>
          <dgm:dir/>
          <dgm:resizeHandles val="exact"/>
        </dgm:presLayoutVars>
      </dgm:prSet>
      <dgm:spPr/>
    </dgm:pt>
    <dgm:pt modelId="{75F494AE-08C9-4E86-A961-8FC8DF2D72C3}" type="pres">
      <dgm:prSet presAssocID="{6F91DF05-4A17-4C3E-8651-3D21B1E802E1}" presName="compNode" presStyleCnt="0"/>
      <dgm:spPr/>
    </dgm:pt>
    <dgm:pt modelId="{FB565FBD-1355-4EF2-8D42-FA4B6766D46A}" type="pres">
      <dgm:prSet presAssocID="{6F91DF05-4A17-4C3E-8651-3D21B1E802E1}" presName="bgRect" presStyleLbl="bgShp" presStyleIdx="0" presStyleCnt="3"/>
      <dgm:spPr/>
    </dgm:pt>
    <dgm:pt modelId="{8EEA750B-2E7A-4989-8B3E-7FB601E14908}" type="pres">
      <dgm:prSet presAssocID="{6F91DF05-4A17-4C3E-8651-3D21B1E802E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DE415E20-479C-4DCD-BB09-19D8453FCF4D}" type="pres">
      <dgm:prSet presAssocID="{6F91DF05-4A17-4C3E-8651-3D21B1E802E1}" presName="spaceRect" presStyleCnt="0"/>
      <dgm:spPr/>
    </dgm:pt>
    <dgm:pt modelId="{12E274C9-7F39-4DBD-9D13-BF5C59FBD7D8}" type="pres">
      <dgm:prSet presAssocID="{6F91DF05-4A17-4C3E-8651-3D21B1E802E1}" presName="parTx" presStyleLbl="revTx" presStyleIdx="0" presStyleCnt="3">
        <dgm:presLayoutVars>
          <dgm:chMax val="0"/>
          <dgm:chPref val="0"/>
        </dgm:presLayoutVars>
      </dgm:prSet>
      <dgm:spPr/>
    </dgm:pt>
    <dgm:pt modelId="{151DFC72-6C76-41A9-8743-2F0037496E6D}" type="pres">
      <dgm:prSet presAssocID="{D3D597EE-5A6E-49A7-BBDC-C4231DA80724}" presName="sibTrans" presStyleCnt="0"/>
      <dgm:spPr/>
    </dgm:pt>
    <dgm:pt modelId="{5B67635A-F749-49B2-BEA3-A845394DFC17}" type="pres">
      <dgm:prSet presAssocID="{2953C86C-3EC7-4B45-9CED-2DA470087EDC}" presName="compNode" presStyleCnt="0"/>
      <dgm:spPr/>
    </dgm:pt>
    <dgm:pt modelId="{1AC2DD7B-061B-470A-8143-18AB82ED71D4}" type="pres">
      <dgm:prSet presAssocID="{2953C86C-3EC7-4B45-9CED-2DA470087EDC}" presName="bgRect" presStyleLbl="bgShp" presStyleIdx="1" presStyleCnt="3"/>
      <dgm:spPr/>
    </dgm:pt>
    <dgm:pt modelId="{E8950EA8-BB88-42C8-9729-8962849DD0F4}" type="pres">
      <dgm:prSet presAssocID="{2953C86C-3EC7-4B45-9CED-2DA470087ED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D7892F6B-92E1-4FBE-BB19-E0C486363820}" type="pres">
      <dgm:prSet presAssocID="{2953C86C-3EC7-4B45-9CED-2DA470087EDC}" presName="spaceRect" presStyleCnt="0"/>
      <dgm:spPr/>
    </dgm:pt>
    <dgm:pt modelId="{0D5AD8FB-A1A1-4A5B-A9DE-DE15E1DE3A04}" type="pres">
      <dgm:prSet presAssocID="{2953C86C-3EC7-4B45-9CED-2DA470087EDC}" presName="parTx" presStyleLbl="revTx" presStyleIdx="1" presStyleCnt="3">
        <dgm:presLayoutVars>
          <dgm:chMax val="0"/>
          <dgm:chPref val="0"/>
        </dgm:presLayoutVars>
      </dgm:prSet>
      <dgm:spPr/>
    </dgm:pt>
    <dgm:pt modelId="{234095E4-5FA2-4C21-BC4A-ABD871BAB363}" type="pres">
      <dgm:prSet presAssocID="{82F27FBC-0E7E-4A26-83FA-B332A670F533}" presName="sibTrans" presStyleCnt="0"/>
      <dgm:spPr/>
    </dgm:pt>
    <dgm:pt modelId="{257C1B9D-E9EE-4B97-B700-F0F490C4745D}" type="pres">
      <dgm:prSet presAssocID="{42E722BD-8DC2-4EDD-A725-571D58EE8B4C}" presName="compNode" presStyleCnt="0"/>
      <dgm:spPr/>
    </dgm:pt>
    <dgm:pt modelId="{94DD6656-2F14-421A-9638-AA5FAD762D40}" type="pres">
      <dgm:prSet presAssocID="{42E722BD-8DC2-4EDD-A725-571D58EE8B4C}" presName="bgRect" presStyleLbl="bgShp" presStyleIdx="2" presStyleCnt="3"/>
      <dgm:spPr/>
    </dgm:pt>
    <dgm:pt modelId="{660200FD-BDB9-4705-8BA4-378C58950606}" type="pres">
      <dgm:prSet presAssocID="{42E722BD-8DC2-4EDD-A725-571D58EE8B4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FAE7F8A4-7767-4444-AAF2-952469298C24}" type="pres">
      <dgm:prSet presAssocID="{42E722BD-8DC2-4EDD-A725-571D58EE8B4C}" presName="spaceRect" presStyleCnt="0"/>
      <dgm:spPr/>
    </dgm:pt>
    <dgm:pt modelId="{0E426A76-2EB1-4BD9-9229-A9EA2B2C1265}" type="pres">
      <dgm:prSet presAssocID="{42E722BD-8DC2-4EDD-A725-571D58EE8B4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CD4C40F-8182-4640-9701-D2F0F84C8155}" srcId="{D4C829EE-E9EC-4D4C-A521-7444D4D2E867}" destId="{6F91DF05-4A17-4C3E-8651-3D21B1E802E1}" srcOrd="0" destOrd="0" parTransId="{C36E7281-D1FA-4079-8ECF-AEE5185467D8}" sibTransId="{D3D597EE-5A6E-49A7-BBDC-C4231DA80724}"/>
    <dgm:cxn modelId="{0DA7505F-E7E2-4609-94E8-D415A36C7ABE}" srcId="{D4C829EE-E9EC-4D4C-A521-7444D4D2E867}" destId="{2953C86C-3EC7-4B45-9CED-2DA470087EDC}" srcOrd="1" destOrd="0" parTransId="{9E1FA621-1427-46D4-A87E-C0D49595FE29}" sibTransId="{82F27FBC-0E7E-4A26-83FA-B332A670F533}"/>
    <dgm:cxn modelId="{E6004680-2550-463B-95C5-0E94B8A53E46}" type="presOf" srcId="{6F91DF05-4A17-4C3E-8651-3D21B1E802E1}" destId="{12E274C9-7F39-4DBD-9D13-BF5C59FBD7D8}" srcOrd="0" destOrd="0" presId="urn:microsoft.com/office/officeart/2018/2/layout/IconVerticalSolidList"/>
    <dgm:cxn modelId="{005ABE82-DA75-4CD1-B8C8-FAE8D70DADBE}" type="presOf" srcId="{D4C829EE-E9EC-4D4C-A521-7444D4D2E867}" destId="{BED33989-CF02-4956-BD2F-DE4602284F41}" srcOrd="0" destOrd="0" presId="urn:microsoft.com/office/officeart/2018/2/layout/IconVerticalSolidList"/>
    <dgm:cxn modelId="{121CA5DE-EC67-4DBA-A5C9-00CD847379D6}" srcId="{D4C829EE-E9EC-4D4C-A521-7444D4D2E867}" destId="{42E722BD-8DC2-4EDD-A725-571D58EE8B4C}" srcOrd="2" destOrd="0" parTransId="{9B59B32C-4C12-4E50-ACB8-E5F596FF8E87}" sibTransId="{7DC4894D-C878-4722-B04F-BC041E8DC18B}"/>
    <dgm:cxn modelId="{E1B84FE7-F23A-4BD5-885A-820FF5ADE22E}" type="presOf" srcId="{2953C86C-3EC7-4B45-9CED-2DA470087EDC}" destId="{0D5AD8FB-A1A1-4A5B-A9DE-DE15E1DE3A04}" srcOrd="0" destOrd="0" presId="urn:microsoft.com/office/officeart/2018/2/layout/IconVerticalSolidList"/>
    <dgm:cxn modelId="{379BF8F0-F46B-4418-A4B5-92023C95238A}" type="presOf" srcId="{42E722BD-8DC2-4EDD-A725-571D58EE8B4C}" destId="{0E426A76-2EB1-4BD9-9229-A9EA2B2C1265}" srcOrd="0" destOrd="0" presId="urn:microsoft.com/office/officeart/2018/2/layout/IconVerticalSolidList"/>
    <dgm:cxn modelId="{AF4C5DDE-2EC9-49EC-81DA-9FB6773CBEE5}" type="presParOf" srcId="{BED33989-CF02-4956-BD2F-DE4602284F41}" destId="{75F494AE-08C9-4E86-A961-8FC8DF2D72C3}" srcOrd="0" destOrd="0" presId="urn:microsoft.com/office/officeart/2018/2/layout/IconVerticalSolidList"/>
    <dgm:cxn modelId="{CCDA1F36-DFF7-472D-80A6-57B5042ED200}" type="presParOf" srcId="{75F494AE-08C9-4E86-A961-8FC8DF2D72C3}" destId="{FB565FBD-1355-4EF2-8D42-FA4B6766D46A}" srcOrd="0" destOrd="0" presId="urn:microsoft.com/office/officeart/2018/2/layout/IconVerticalSolidList"/>
    <dgm:cxn modelId="{490FE7E3-F6C9-4CC6-AEFB-09E7E6B784A9}" type="presParOf" srcId="{75F494AE-08C9-4E86-A961-8FC8DF2D72C3}" destId="{8EEA750B-2E7A-4989-8B3E-7FB601E14908}" srcOrd="1" destOrd="0" presId="urn:microsoft.com/office/officeart/2018/2/layout/IconVerticalSolidList"/>
    <dgm:cxn modelId="{6618469E-4B6F-4B5D-A4CA-7AB80DF8FD43}" type="presParOf" srcId="{75F494AE-08C9-4E86-A961-8FC8DF2D72C3}" destId="{DE415E20-479C-4DCD-BB09-19D8453FCF4D}" srcOrd="2" destOrd="0" presId="urn:microsoft.com/office/officeart/2018/2/layout/IconVerticalSolidList"/>
    <dgm:cxn modelId="{13AD3B55-4E36-4586-B0A3-4FF7CB9F10FE}" type="presParOf" srcId="{75F494AE-08C9-4E86-A961-8FC8DF2D72C3}" destId="{12E274C9-7F39-4DBD-9D13-BF5C59FBD7D8}" srcOrd="3" destOrd="0" presId="urn:microsoft.com/office/officeart/2018/2/layout/IconVerticalSolidList"/>
    <dgm:cxn modelId="{8E1F2FE3-FA68-42AC-BFBF-89A810A0D293}" type="presParOf" srcId="{BED33989-CF02-4956-BD2F-DE4602284F41}" destId="{151DFC72-6C76-41A9-8743-2F0037496E6D}" srcOrd="1" destOrd="0" presId="urn:microsoft.com/office/officeart/2018/2/layout/IconVerticalSolidList"/>
    <dgm:cxn modelId="{D85E19BF-DEA0-4BD2-84B9-CAB9EF42AA04}" type="presParOf" srcId="{BED33989-CF02-4956-BD2F-DE4602284F41}" destId="{5B67635A-F749-49B2-BEA3-A845394DFC17}" srcOrd="2" destOrd="0" presId="urn:microsoft.com/office/officeart/2018/2/layout/IconVerticalSolidList"/>
    <dgm:cxn modelId="{C8AF08D9-72A5-490E-AE26-2189D8906349}" type="presParOf" srcId="{5B67635A-F749-49B2-BEA3-A845394DFC17}" destId="{1AC2DD7B-061B-470A-8143-18AB82ED71D4}" srcOrd="0" destOrd="0" presId="urn:microsoft.com/office/officeart/2018/2/layout/IconVerticalSolidList"/>
    <dgm:cxn modelId="{18F4DD0D-1DE8-44DB-8228-0F8E03519FB1}" type="presParOf" srcId="{5B67635A-F749-49B2-BEA3-A845394DFC17}" destId="{E8950EA8-BB88-42C8-9729-8962849DD0F4}" srcOrd="1" destOrd="0" presId="urn:microsoft.com/office/officeart/2018/2/layout/IconVerticalSolidList"/>
    <dgm:cxn modelId="{CE6648D2-B44B-4878-AF84-F451D417A8EF}" type="presParOf" srcId="{5B67635A-F749-49B2-BEA3-A845394DFC17}" destId="{D7892F6B-92E1-4FBE-BB19-E0C486363820}" srcOrd="2" destOrd="0" presId="urn:microsoft.com/office/officeart/2018/2/layout/IconVerticalSolidList"/>
    <dgm:cxn modelId="{26494669-7C99-458A-9FB3-C5CEB8E923DE}" type="presParOf" srcId="{5B67635A-F749-49B2-BEA3-A845394DFC17}" destId="{0D5AD8FB-A1A1-4A5B-A9DE-DE15E1DE3A04}" srcOrd="3" destOrd="0" presId="urn:microsoft.com/office/officeart/2018/2/layout/IconVerticalSolidList"/>
    <dgm:cxn modelId="{FA29AB74-5C85-4C21-B92E-F189B2DB4041}" type="presParOf" srcId="{BED33989-CF02-4956-BD2F-DE4602284F41}" destId="{234095E4-5FA2-4C21-BC4A-ABD871BAB363}" srcOrd="3" destOrd="0" presId="urn:microsoft.com/office/officeart/2018/2/layout/IconVerticalSolidList"/>
    <dgm:cxn modelId="{E350B922-8D47-4CD0-AD97-B0A422AAB44F}" type="presParOf" srcId="{BED33989-CF02-4956-BD2F-DE4602284F41}" destId="{257C1B9D-E9EE-4B97-B700-F0F490C4745D}" srcOrd="4" destOrd="0" presId="urn:microsoft.com/office/officeart/2018/2/layout/IconVerticalSolidList"/>
    <dgm:cxn modelId="{A61EBE1A-002D-4507-B8C6-E00F6DE37A75}" type="presParOf" srcId="{257C1B9D-E9EE-4B97-B700-F0F490C4745D}" destId="{94DD6656-2F14-421A-9638-AA5FAD762D40}" srcOrd="0" destOrd="0" presId="urn:microsoft.com/office/officeart/2018/2/layout/IconVerticalSolidList"/>
    <dgm:cxn modelId="{7295DCCF-506C-448F-AEFE-0605724F1469}" type="presParOf" srcId="{257C1B9D-E9EE-4B97-B700-F0F490C4745D}" destId="{660200FD-BDB9-4705-8BA4-378C58950606}" srcOrd="1" destOrd="0" presId="urn:microsoft.com/office/officeart/2018/2/layout/IconVerticalSolidList"/>
    <dgm:cxn modelId="{0A1480DC-6B72-46A9-9082-BF5BCDD17E0B}" type="presParOf" srcId="{257C1B9D-E9EE-4B97-B700-F0F490C4745D}" destId="{FAE7F8A4-7767-4444-AAF2-952469298C24}" srcOrd="2" destOrd="0" presId="urn:microsoft.com/office/officeart/2018/2/layout/IconVerticalSolidList"/>
    <dgm:cxn modelId="{AEA704DD-FCDF-407C-A91F-C5E18AF2D0D5}" type="presParOf" srcId="{257C1B9D-E9EE-4B97-B700-F0F490C4745D}" destId="{0E426A76-2EB1-4BD9-9229-A9EA2B2C12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5623EE-5890-4B7C-8011-36443350158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6AF88FE-43F5-4E2D-B7B8-74BDB1775651}">
      <dgm:prSet/>
      <dgm:spPr/>
      <dgm:t>
        <a:bodyPr/>
        <a:lstStyle/>
        <a:p>
          <a:r>
            <a:rPr lang="en-GB"/>
            <a:t>A</a:t>
          </a:r>
          <a:r>
            <a:rPr lang="en-US"/>
            <a:t>pt system packages (OS-wide)</a:t>
          </a:r>
        </a:p>
      </dgm:t>
    </dgm:pt>
    <dgm:pt modelId="{914D845F-CCB9-421D-84D0-FB8EE3A5F577}" type="parTrans" cxnId="{0AA127E7-C7E9-4057-820F-26AB5A6EDB89}">
      <dgm:prSet/>
      <dgm:spPr/>
      <dgm:t>
        <a:bodyPr/>
        <a:lstStyle/>
        <a:p>
          <a:endParaRPr lang="en-US"/>
        </a:p>
      </dgm:t>
    </dgm:pt>
    <dgm:pt modelId="{0EF9F69E-51F4-433F-8C48-56744F38CED9}" type="sibTrans" cxnId="{0AA127E7-C7E9-4057-820F-26AB5A6EDB89}">
      <dgm:prSet/>
      <dgm:spPr/>
      <dgm:t>
        <a:bodyPr/>
        <a:lstStyle/>
        <a:p>
          <a:endParaRPr lang="en-US"/>
        </a:p>
      </dgm:t>
    </dgm:pt>
    <dgm:pt modelId="{B0D3D776-58FD-467B-A42E-B655074E19A7}">
      <dgm:prSet/>
      <dgm:spPr/>
      <dgm:t>
        <a:bodyPr/>
        <a:lstStyle/>
        <a:p>
          <a:r>
            <a:rPr lang="en-GB"/>
            <a:t>P</a:t>
          </a:r>
          <a:r>
            <a:rPr lang="en-US"/>
            <a:t>ip Python libs</a:t>
          </a:r>
        </a:p>
      </dgm:t>
    </dgm:pt>
    <dgm:pt modelId="{2667B110-FEBE-4143-936E-3DFB8BA9D65D}" type="parTrans" cxnId="{D520272A-C248-457E-AD59-AF8E2B723E9D}">
      <dgm:prSet/>
      <dgm:spPr/>
      <dgm:t>
        <a:bodyPr/>
        <a:lstStyle/>
        <a:p>
          <a:endParaRPr lang="en-US"/>
        </a:p>
      </dgm:t>
    </dgm:pt>
    <dgm:pt modelId="{B56B4C95-D186-4C71-BCB7-53D43ADFCA69}" type="sibTrans" cxnId="{D520272A-C248-457E-AD59-AF8E2B723E9D}">
      <dgm:prSet/>
      <dgm:spPr/>
      <dgm:t>
        <a:bodyPr/>
        <a:lstStyle/>
        <a:p>
          <a:endParaRPr lang="en-US"/>
        </a:p>
      </dgm:t>
    </dgm:pt>
    <dgm:pt modelId="{49A86B93-1B0F-4669-BC78-4F87F963D2C3}">
      <dgm:prSet/>
      <dgm:spPr/>
      <dgm:t>
        <a:bodyPr/>
        <a:lstStyle/>
        <a:p>
          <a:r>
            <a:rPr lang="en-GB"/>
            <a:t>C</a:t>
          </a:r>
          <a:r>
            <a:rPr lang="en-US"/>
            <a:t>onda cross-language envs with binaries</a:t>
          </a:r>
        </a:p>
      </dgm:t>
    </dgm:pt>
    <dgm:pt modelId="{38A86C3D-7510-4CF1-98F1-9EF8F1C00439}" type="parTrans" cxnId="{48969A66-4384-4450-93DE-CAC725644930}">
      <dgm:prSet/>
      <dgm:spPr/>
      <dgm:t>
        <a:bodyPr/>
        <a:lstStyle/>
        <a:p>
          <a:endParaRPr lang="en-US"/>
        </a:p>
      </dgm:t>
    </dgm:pt>
    <dgm:pt modelId="{DCFB5CAE-00DB-45A7-AADF-CE2D7FC329D5}" type="sibTrans" cxnId="{48969A66-4384-4450-93DE-CAC725644930}">
      <dgm:prSet/>
      <dgm:spPr/>
      <dgm:t>
        <a:bodyPr/>
        <a:lstStyle/>
        <a:p>
          <a:endParaRPr lang="en-US"/>
        </a:p>
      </dgm:t>
    </dgm:pt>
    <dgm:pt modelId="{FEA7D900-5006-4A5B-B081-DCC4452BD09D}">
      <dgm:prSet/>
      <dgm:spPr/>
      <dgm:t>
        <a:bodyPr/>
        <a:lstStyle/>
        <a:p>
          <a:r>
            <a:rPr lang="en-GB"/>
            <a:t>Use curated channels (conda-forge, bioconda) for reliable bioinformatics installs </a:t>
          </a:r>
          <a:endParaRPr lang="en-US"/>
        </a:p>
      </dgm:t>
    </dgm:pt>
    <dgm:pt modelId="{8EAB0ED9-D28F-4E15-9EE6-06538091C74D}" type="parTrans" cxnId="{FA339568-1C32-46D6-B8E3-860C6995B141}">
      <dgm:prSet/>
      <dgm:spPr/>
      <dgm:t>
        <a:bodyPr/>
        <a:lstStyle/>
        <a:p>
          <a:endParaRPr lang="en-US"/>
        </a:p>
      </dgm:t>
    </dgm:pt>
    <dgm:pt modelId="{853932C0-47C1-4807-AFBC-EEABAFB17722}" type="sibTrans" cxnId="{FA339568-1C32-46D6-B8E3-860C6995B141}">
      <dgm:prSet/>
      <dgm:spPr/>
      <dgm:t>
        <a:bodyPr/>
        <a:lstStyle/>
        <a:p>
          <a:endParaRPr lang="en-US"/>
        </a:p>
      </dgm:t>
    </dgm:pt>
    <dgm:pt modelId="{C5B21A66-A9E2-4F89-923C-A6F77B10F9CD}">
      <dgm:prSet/>
      <dgm:spPr/>
      <dgm:t>
        <a:bodyPr/>
        <a:lstStyle/>
        <a:p>
          <a:r>
            <a:rPr lang="en-GB"/>
            <a:t>Avoid mixing managers in one env.</a:t>
          </a:r>
          <a:endParaRPr lang="en-US"/>
        </a:p>
      </dgm:t>
    </dgm:pt>
    <dgm:pt modelId="{B7BC7D4F-D218-422A-99B9-B375D3772B07}" type="parTrans" cxnId="{B0414FF1-9411-457E-9749-DEC07A313F6D}">
      <dgm:prSet/>
      <dgm:spPr/>
      <dgm:t>
        <a:bodyPr/>
        <a:lstStyle/>
        <a:p>
          <a:endParaRPr lang="en-US"/>
        </a:p>
      </dgm:t>
    </dgm:pt>
    <dgm:pt modelId="{29490934-C56E-4AFC-BEAF-250419A467D9}" type="sibTrans" cxnId="{B0414FF1-9411-457E-9749-DEC07A313F6D}">
      <dgm:prSet/>
      <dgm:spPr/>
      <dgm:t>
        <a:bodyPr/>
        <a:lstStyle/>
        <a:p>
          <a:endParaRPr lang="en-US"/>
        </a:p>
      </dgm:t>
    </dgm:pt>
    <dgm:pt modelId="{CFA753AE-DA91-452A-80E5-B19B7685698F}">
      <dgm:prSet/>
      <dgm:spPr/>
      <dgm:t>
        <a:bodyPr/>
        <a:lstStyle/>
        <a:p>
          <a:r>
            <a:rPr lang="en-GB"/>
            <a:t>if needed, use pip after conda resolves</a:t>
          </a:r>
          <a:endParaRPr lang="en-US"/>
        </a:p>
      </dgm:t>
    </dgm:pt>
    <dgm:pt modelId="{04A318CA-9839-4E13-BB9D-E396CD306BA3}" type="parTrans" cxnId="{690645A7-9CF6-4E3E-81C2-72E65BAE59AA}">
      <dgm:prSet/>
      <dgm:spPr/>
      <dgm:t>
        <a:bodyPr/>
        <a:lstStyle/>
        <a:p>
          <a:endParaRPr lang="en-US"/>
        </a:p>
      </dgm:t>
    </dgm:pt>
    <dgm:pt modelId="{9F1E1AA4-13D1-4DFD-BE3C-C3E4D9948944}" type="sibTrans" cxnId="{690645A7-9CF6-4E3E-81C2-72E65BAE59AA}">
      <dgm:prSet/>
      <dgm:spPr/>
      <dgm:t>
        <a:bodyPr/>
        <a:lstStyle/>
        <a:p>
          <a:endParaRPr lang="en-US"/>
        </a:p>
      </dgm:t>
    </dgm:pt>
    <dgm:pt modelId="{F7628E36-5040-F84E-84BC-2FF68340FD04}" type="pres">
      <dgm:prSet presAssocID="{B55623EE-5890-4B7C-8011-364433501581}" presName="linear" presStyleCnt="0">
        <dgm:presLayoutVars>
          <dgm:animLvl val="lvl"/>
          <dgm:resizeHandles val="exact"/>
        </dgm:presLayoutVars>
      </dgm:prSet>
      <dgm:spPr/>
    </dgm:pt>
    <dgm:pt modelId="{080CFB49-4F9C-9B47-82F5-E4B2BA38CCAC}" type="pres">
      <dgm:prSet presAssocID="{96AF88FE-43F5-4E2D-B7B8-74BDB177565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24480DB-8464-3A4B-A3A9-7D136042C665}" type="pres">
      <dgm:prSet presAssocID="{0EF9F69E-51F4-433F-8C48-56744F38CED9}" presName="spacer" presStyleCnt="0"/>
      <dgm:spPr/>
    </dgm:pt>
    <dgm:pt modelId="{CBDD6324-F79F-6D44-AE08-52FD752C418F}" type="pres">
      <dgm:prSet presAssocID="{B0D3D776-58FD-467B-A42E-B655074E19A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F3F83E0-7038-4548-BEBC-81BD5D6F459D}" type="pres">
      <dgm:prSet presAssocID="{B56B4C95-D186-4C71-BCB7-53D43ADFCA69}" presName="spacer" presStyleCnt="0"/>
      <dgm:spPr/>
    </dgm:pt>
    <dgm:pt modelId="{BA80FED3-5E79-AB4F-836E-3255515FD696}" type="pres">
      <dgm:prSet presAssocID="{49A86B93-1B0F-4669-BC78-4F87F963D2C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0C5C8F5-1B81-554F-B92F-16FDDB70FC33}" type="pres">
      <dgm:prSet presAssocID="{DCFB5CAE-00DB-45A7-AADF-CE2D7FC329D5}" presName="spacer" presStyleCnt="0"/>
      <dgm:spPr/>
    </dgm:pt>
    <dgm:pt modelId="{F45E95E2-3A9E-8449-9B31-9BA08E9A8EF7}" type="pres">
      <dgm:prSet presAssocID="{FEA7D900-5006-4A5B-B081-DCC4452BD09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FC06D67-2495-C542-A7BC-DC668A5F51E0}" type="pres">
      <dgm:prSet presAssocID="{853932C0-47C1-4807-AFBC-EEABAFB17722}" presName="spacer" presStyleCnt="0"/>
      <dgm:spPr/>
    </dgm:pt>
    <dgm:pt modelId="{07D2CB3C-771E-4246-B290-BA3A5D61FBAE}" type="pres">
      <dgm:prSet presAssocID="{C5B21A66-A9E2-4F89-923C-A6F77B10F9C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07A4DB8-A22F-564B-A60D-EB2A7BC4DCC3}" type="pres">
      <dgm:prSet presAssocID="{29490934-C56E-4AFC-BEAF-250419A467D9}" presName="spacer" presStyleCnt="0"/>
      <dgm:spPr/>
    </dgm:pt>
    <dgm:pt modelId="{80B20CC4-A571-3F40-B806-84DA41A1F549}" type="pres">
      <dgm:prSet presAssocID="{CFA753AE-DA91-452A-80E5-B19B7685698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520272A-C248-457E-AD59-AF8E2B723E9D}" srcId="{B55623EE-5890-4B7C-8011-364433501581}" destId="{B0D3D776-58FD-467B-A42E-B655074E19A7}" srcOrd="1" destOrd="0" parTransId="{2667B110-FEBE-4143-936E-3DFB8BA9D65D}" sibTransId="{B56B4C95-D186-4C71-BCB7-53D43ADFCA69}"/>
    <dgm:cxn modelId="{32CED53D-DC4A-5F4D-8C1B-D72DD3953F6B}" type="presOf" srcId="{B55623EE-5890-4B7C-8011-364433501581}" destId="{F7628E36-5040-F84E-84BC-2FF68340FD04}" srcOrd="0" destOrd="0" presId="urn:microsoft.com/office/officeart/2005/8/layout/vList2"/>
    <dgm:cxn modelId="{F67F9650-5E34-0343-B6A5-3C8A6B3D248B}" type="presOf" srcId="{CFA753AE-DA91-452A-80E5-B19B7685698F}" destId="{80B20CC4-A571-3F40-B806-84DA41A1F549}" srcOrd="0" destOrd="0" presId="urn:microsoft.com/office/officeart/2005/8/layout/vList2"/>
    <dgm:cxn modelId="{C5DD9D57-F625-CC44-8209-70CC9E775D68}" type="presOf" srcId="{49A86B93-1B0F-4669-BC78-4F87F963D2C3}" destId="{BA80FED3-5E79-AB4F-836E-3255515FD696}" srcOrd="0" destOrd="0" presId="urn:microsoft.com/office/officeart/2005/8/layout/vList2"/>
    <dgm:cxn modelId="{48969A66-4384-4450-93DE-CAC725644930}" srcId="{B55623EE-5890-4B7C-8011-364433501581}" destId="{49A86B93-1B0F-4669-BC78-4F87F963D2C3}" srcOrd="2" destOrd="0" parTransId="{38A86C3D-7510-4CF1-98F1-9EF8F1C00439}" sibTransId="{DCFB5CAE-00DB-45A7-AADF-CE2D7FC329D5}"/>
    <dgm:cxn modelId="{FA339568-1C32-46D6-B8E3-860C6995B141}" srcId="{B55623EE-5890-4B7C-8011-364433501581}" destId="{FEA7D900-5006-4A5B-B081-DCC4452BD09D}" srcOrd="3" destOrd="0" parTransId="{8EAB0ED9-D28F-4E15-9EE6-06538091C74D}" sibTransId="{853932C0-47C1-4807-AFBC-EEABAFB17722}"/>
    <dgm:cxn modelId="{72854EA1-A975-864A-AECC-F7778EF11E27}" type="presOf" srcId="{96AF88FE-43F5-4E2D-B7B8-74BDB1775651}" destId="{080CFB49-4F9C-9B47-82F5-E4B2BA38CCAC}" srcOrd="0" destOrd="0" presId="urn:microsoft.com/office/officeart/2005/8/layout/vList2"/>
    <dgm:cxn modelId="{B1CA94A5-1458-0B42-BBD7-34CAD042F836}" type="presOf" srcId="{C5B21A66-A9E2-4F89-923C-A6F77B10F9CD}" destId="{07D2CB3C-771E-4246-B290-BA3A5D61FBAE}" srcOrd="0" destOrd="0" presId="urn:microsoft.com/office/officeart/2005/8/layout/vList2"/>
    <dgm:cxn modelId="{690645A7-9CF6-4E3E-81C2-72E65BAE59AA}" srcId="{B55623EE-5890-4B7C-8011-364433501581}" destId="{CFA753AE-DA91-452A-80E5-B19B7685698F}" srcOrd="5" destOrd="0" parTransId="{04A318CA-9839-4E13-BB9D-E396CD306BA3}" sibTransId="{9F1E1AA4-13D1-4DFD-BE3C-C3E4D9948944}"/>
    <dgm:cxn modelId="{AD0FF2B0-9E06-9D4F-B9E5-F73BB6C6B15D}" type="presOf" srcId="{FEA7D900-5006-4A5B-B081-DCC4452BD09D}" destId="{F45E95E2-3A9E-8449-9B31-9BA08E9A8EF7}" srcOrd="0" destOrd="0" presId="urn:microsoft.com/office/officeart/2005/8/layout/vList2"/>
    <dgm:cxn modelId="{0AA127E7-C7E9-4057-820F-26AB5A6EDB89}" srcId="{B55623EE-5890-4B7C-8011-364433501581}" destId="{96AF88FE-43F5-4E2D-B7B8-74BDB1775651}" srcOrd="0" destOrd="0" parTransId="{914D845F-CCB9-421D-84D0-FB8EE3A5F577}" sibTransId="{0EF9F69E-51F4-433F-8C48-56744F38CED9}"/>
    <dgm:cxn modelId="{BB47B9F0-66E0-7A42-9AD9-83D9E866AFD1}" type="presOf" srcId="{B0D3D776-58FD-467B-A42E-B655074E19A7}" destId="{CBDD6324-F79F-6D44-AE08-52FD752C418F}" srcOrd="0" destOrd="0" presId="urn:microsoft.com/office/officeart/2005/8/layout/vList2"/>
    <dgm:cxn modelId="{B0414FF1-9411-457E-9749-DEC07A313F6D}" srcId="{B55623EE-5890-4B7C-8011-364433501581}" destId="{C5B21A66-A9E2-4F89-923C-A6F77B10F9CD}" srcOrd="4" destOrd="0" parTransId="{B7BC7D4F-D218-422A-99B9-B375D3772B07}" sibTransId="{29490934-C56E-4AFC-BEAF-250419A467D9}"/>
    <dgm:cxn modelId="{0853B0E5-0996-EE4C-9E07-B30B5011C3C5}" type="presParOf" srcId="{F7628E36-5040-F84E-84BC-2FF68340FD04}" destId="{080CFB49-4F9C-9B47-82F5-E4B2BA38CCAC}" srcOrd="0" destOrd="0" presId="urn:microsoft.com/office/officeart/2005/8/layout/vList2"/>
    <dgm:cxn modelId="{1065510E-6439-3648-900D-F12DE392B785}" type="presParOf" srcId="{F7628E36-5040-F84E-84BC-2FF68340FD04}" destId="{224480DB-8464-3A4B-A3A9-7D136042C665}" srcOrd="1" destOrd="0" presId="urn:microsoft.com/office/officeart/2005/8/layout/vList2"/>
    <dgm:cxn modelId="{0D37FC01-ABA9-824D-B57C-F09FEC179D41}" type="presParOf" srcId="{F7628E36-5040-F84E-84BC-2FF68340FD04}" destId="{CBDD6324-F79F-6D44-AE08-52FD752C418F}" srcOrd="2" destOrd="0" presId="urn:microsoft.com/office/officeart/2005/8/layout/vList2"/>
    <dgm:cxn modelId="{A8BCA68D-866A-8640-BA10-7E1DAADF9C93}" type="presParOf" srcId="{F7628E36-5040-F84E-84BC-2FF68340FD04}" destId="{CF3F83E0-7038-4548-BEBC-81BD5D6F459D}" srcOrd="3" destOrd="0" presId="urn:microsoft.com/office/officeart/2005/8/layout/vList2"/>
    <dgm:cxn modelId="{3BCF8DBD-3AE2-1C46-AA9C-F32F88EF03CB}" type="presParOf" srcId="{F7628E36-5040-F84E-84BC-2FF68340FD04}" destId="{BA80FED3-5E79-AB4F-836E-3255515FD696}" srcOrd="4" destOrd="0" presId="urn:microsoft.com/office/officeart/2005/8/layout/vList2"/>
    <dgm:cxn modelId="{9438947A-C764-894B-AA9D-6FBFD8344759}" type="presParOf" srcId="{F7628E36-5040-F84E-84BC-2FF68340FD04}" destId="{C0C5C8F5-1B81-554F-B92F-16FDDB70FC33}" srcOrd="5" destOrd="0" presId="urn:microsoft.com/office/officeart/2005/8/layout/vList2"/>
    <dgm:cxn modelId="{04089D5D-1222-C64A-8318-341C3E161290}" type="presParOf" srcId="{F7628E36-5040-F84E-84BC-2FF68340FD04}" destId="{F45E95E2-3A9E-8449-9B31-9BA08E9A8EF7}" srcOrd="6" destOrd="0" presId="urn:microsoft.com/office/officeart/2005/8/layout/vList2"/>
    <dgm:cxn modelId="{C50EAC20-4B0A-C743-A39B-EED41B2CDA33}" type="presParOf" srcId="{F7628E36-5040-F84E-84BC-2FF68340FD04}" destId="{7FC06D67-2495-C542-A7BC-DC668A5F51E0}" srcOrd="7" destOrd="0" presId="urn:microsoft.com/office/officeart/2005/8/layout/vList2"/>
    <dgm:cxn modelId="{4150D54A-B847-AE4F-94B2-BBB700406ED2}" type="presParOf" srcId="{F7628E36-5040-F84E-84BC-2FF68340FD04}" destId="{07D2CB3C-771E-4246-B290-BA3A5D61FBAE}" srcOrd="8" destOrd="0" presId="urn:microsoft.com/office/officeart/2005/8/layout/vList2"/>
    <dgm:cxn modelId="{E4649495-1C65-2541-AEAB-9BE0B7B76060}" type="presParOf" srcId="{F7628E36-5040-F84E-84BC-2FF68340FD04}" destId="{307A4DB8-A22F-564B-A60D-EB2A7BC4DCC3}" srcOrd="9" destOrd="0" presId="urn:microsoft.com/office/officeart/2005/8/layout/vList2"/>
    <dgm:cxn modelId="{A154809C-032D-8A44-B341-704F545329C6}" type="presParOf" srcId="{F7628E36-5040-F84E-84BC-2FF68340FD04}" destId="{80B20CC4-A571-3F40-B806-84DA41A1F54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D24D83-0B00-4BE5-8975-6279C7BE01B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EEDB1F-AED6-4E31-BD12-AD16B14BFA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Isolate dependencies to avoid conflicts and ensure reproducibility</a:t>
          </a:r>
        </a:p>
      </dgm:t>
    </dgm:pt>
    <dgm:pt modelId="{5A47E352-0C44-489E-B95A-2240D5350360}" type="parTrans" cxnId="{97DBE7BC-9FF4-48C2-A22C-9D3235CCCAB2}">
      <dgm:prSet/>
      <dgm:spPr/>
      <dgm:t>
        <a:bodyPr/>
        <a:lstStyle/>
        <a:p>
          <a:endParaRPr lang="en-US"/>
        </a:p>
      </dgm:t>
    </dgm:pt>
    <dgm:pt modelId="{996D244B-5776-438B-97C5-6AA7ED777A9F}" type="sibTrans" cxnId="{97DBE7BC-9FF4-48C2-A22C-9D3235CCCAB2}">
      <dgm:prSet/>
      <dgm:spPr/>
      <dgm:t>
        <a:bodyPr/>
        <a:lstStyle/>
        <a:p>
          <a:endParaRPr lang="en-US"/>
        </a:p>
      </dgm:t>
    </dgm:pt>
    <dgm:pt modelId="{04EE0A00-66E2-4195-A762-B6C99D9637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Conda vs venv: cross-language tools and compiled binaries favor conda</a:t>
          </a:r>
        </a:p>
      </dgm:t>
    </dgm:pt>
    <dgm:pt modelId="{86E78AB6-CDA6-4BF8-9C1C-49E31F857D6C}" type="parTrans" cxnId="{3AE5994B-E2D8-44D5-963A-E8B7FAF9FA10}">
      <dgm:prSet/>
      <dgm:spPr/>
      <dgm:t>
        <a:bodyPr/>
        <a:lstStyle/>
        <a:p>
          <a:endParaRPr lang="en-US"/>
        </a:p>
      </dgm:t>
    </dgm:pt>
    <dgm:pt modelId="{C8FD515D-F5A6-4B3A-9DFE-D90AC89B4943}" type="sibTrans" cxnId="{3AE5994B-E2D8-44D5-963A-E8B7FAF9FA10}">
      <dgm:prSet/>
      <dgm:spPr/>
      <dgm:t>
        <a:bodyPr/>
        <a:lstStyle/>
        <a:p>
          <a:endParaRPr lang="en-US"/>
        </a:p>
      </dgm:t>
    </dgm:pt>
    <dgm:pt modelId="{AB769D18-192D-481B-97C4-55202A467F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clear names, pin key versions, export specs from history</a:t>
          </a:r>
        </a:p>
      </dgm:t>
    </dgm:pt>
    <dgm:pt modelId="{209CDDE5-73BE-4B51-AA3D-CEF3C8FABB3C}" type="parTrans" cxnId="{40553DDD-B0F1-4099-89E7-F28AAC3BE94B}">
      <dgm:prSet/>
      <dgm:spPr/>
      <dgm:t>
        <a:bodyPr/>
        <a:lstStyle/>
        <a:p>
          <a:endParaRPr lang="en-US"/>
        </a:p>
      </dgm:t>
    </dgm:pt>
    <dgm:pt modelId="{E25AD26E-B08F-459B-A537-7DAE84D2AC11}" type="sibTrans" cxnId="{40553DDD-B0F1-4099-89E7-F28AAC3BE94B}">
      <dgm:prSet/>
      <dgm:spPr/>
      <dgm:t>
        <a:bodyPr/>
        <a:lstStyle/>
        <a:p>
          <a:endParaRPr lang="en-US"/>
        </a:p>
      </dgm:t>
    </dgm:pt>
    <dgm:pt modelId="{C30B6158-B103-46EB-915D-E043E565ACEB}" type="pres">
      <dgm:prSet presAssocID="{A6D24D83-0B00-4BE5-8975-6279C7BE01B5}" presName="root" presStyleCnt="0">
        <dgm:presLayoutVars>
          <dgm:dir/>
          <dgm:resizeHandles val="exact"/>
        </dgm:presLayoutVars>
      </dgm:prSet>
      <dgm:spPr/>
    </dgm:pt>
    <dgm:pt modelId="{B8F35B5F-51DD-4380-9956-012512CFDDE5}" type="pres">
      <dgm:prSet presAssocID="{61EEDB1F-AED6-4E31-BD12-AD16B14BFA85}" presName="compNode" presStyleCnt="0"/>
      <dgm:spPr/>
    </dgm:pt>
    <dgm:pt modelId="{F414650A-ABA4-4212-A59E-482989DED8C7}" type="pres">
      <dgm:prSet presAssocID="{61EEDB1F-AED6-4E31-BD12-AD16B14BFA8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8B3CD1C4-87C4-45C5-9F3E-F5ECBB9F21A0}" type="pres">
      <dgm:prSet presAssocID="{61EEDB1F-AED6-4E31-BD12-AD16B14BFA85}" presName="spaceRect" presStyleCnt="0"/>
      <dgm:spPr/>
    </dgm:pt>
    <dgm:pt modelId="{29D89DA8-CBDB-459D-A8D4-02B81040C34A}" type="pres">
      <dgm:prSet presAssocID="{61EEDB1F-AED6-4E31-BD12-AD16B14BFA85}" presName="textRect" presStyleLbl="revTx" presStyleIdx="0" presStyleCnt="3">
        <dgm:presLayoutVars>
          <dgm:chMax val="1"/>
          <dgm:chPref val="1"/>
        </dgm:presLayoutVars>
      </dgm:prSet>
      <dgm:spPr/>
    </dgm:pt>
    <dgm:pt modelId="{465F0ED1-07E2-457E-AADE-3993F8C8EAE6}" type="pres">
      <dgm:prSet presAssocID="{996D244B-5776-438B-97C5-6AA7ED777A9F}" presName="sibTrans" presStyleCnt="0"/>
      <dgm:spPr/>
    </dgm:pt>
    <dgm:pt modelId="{56AA69B4-0B15-436B-AE3F-F220E9560FBD}" type="pres">
      <dgm:prSet presAssocID="{04EE0A00-66E2-4195-A762-B6C99D9637E8}" presName="compNode" presStyleCnt="0"/>
      <dgm:spPr/>
    </dgm:pt>
    <dgm:pt modelId="{181C99DA-53A3-4883-9D09-40B1FF7CF120}" type="pres">
      <dgm:prSet presAssocID="{04EE0A00-66E2-4195-A762-B6C99D9637E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E4F384FE-FE67-4F27-A0B8-6AC1FAA41ECB}" type="pres">
      <dgm:prSet presAssocID="{04EE0A00-66E2-4195-A762-B6C99D9637E8}" presName="spaceRect" presStyleCnt="0"/>
      <dgm:spPr/>
    </dgm:pt>
    <dgm:pt modelId="{AE9547CD-B5F2-4A2A-A5DA-3E841F8806B5}" type="pres">
      <dgm:prSet presAssocID="{04EE0A00-66E2-4195-A762-B6C99D9637E8}" presName="textRect" presStyleLbl="revTx" presStyleIdx="1" presStyleCnt="3">
        <dgm:presLayoutVars>
          <dgm:chMax val="1"/>
          <dgm:chPref val="1"/>
        </dgm:presLayoutVars>
      </dgm:prSet>
      <dgm:spPr/>
    </dgm:pt>
    <dgm:pt modelId="{F5F672CA-6BBB-4F64-9078-04450E171F9E}" type="pres">
      <dgm:prSet presAssocID="{C8FD515D-F5A6-4B3A-9DFE-D90AC89B4943}" presName="sibTrans" presStyleCnt="0"/>
      <dgm:spPr/>
    </dgm:pt>
    <dgm:pt modelId="{3C1FD55F-7A01-4446-9778-E6D219132717}" type="pres">
      <dgm:prSet presAssocID="{AB769D18-192D-481B-97C4-55202A467FF4}" presName="compNode" presStyleCnt="0"/>
      <dgm:spPr/>
    </dgm:pt>
    <dgm:pt modelId="{8E764651-7E83-4DDC-81BA-C137F002F6A3}" type="pres">
      <dgm:prSet presAssocID="{AB769D18-192D-481B-97C4-55202A467FF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erclip"/>
        </a:ext>
      </dgm:extLst>
    </dgm:pt>
    <dgm:pt modelId="{A66292FD-7624-43F4-B2F6-9E66B0550215}" type="pres">
      <dgm:prSet presAssocID="{AB769D18-192D-481B-97C4-55202A467FF4}" presName="spaceRect" presStyleCnt="0"/>
      <dgm:spPr/>
    </dgm:pt>
    <dgm:pt modelId="{28F0D077-C793-4868-8249-81CF190E3B7C}" type="pres">
      <dgm:prSet presAssocID="{AB769D18-192D-481B-97C4-55202A467FF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AE5994B-E2D8-44D5-963A-E8B7FAF9FA10}" srcId="{A6D24D83-0B00-4BE5-8975-6279C7BE01B5}" destId="{04EE0A00-66E2-4195-A762-B6C99D9637E8}" srcOrd="1" destOrd="0" parTransId="{86E78AB6-CDA6-4BF8-9C1C-49E31F857D6C}" sibTransId="{C8FD515D-F5A6-4B3A-9DFE-D90AC89B4943}"/>
    <dgm:cxn modelId="{5E20088A-EE8C-4CBC-9870-59AC0DD29340}" type="presOf" srcId="{61EEDB1F-AED6-4E31-BD12-AD16B14BFA85}" destId="{29D89DA8-CBDB-459D-A8D4-02B81040C34A}" srcOrd="0" destOrd="0" presId="urn:microsoft.com/office/officeart/2018/2/layout/IconLabelList"/>
    <dgm:cxn modelId="{D4076193-720C-488F-B5A9-B2B2D887F526}" type="presOf" srcId="{04EE0A00-66E2-4195-A762-B6C99D9637E8}" destId="{AE9547CD-B5F2-4A2A-A5DA-3E841F8806B5}" srcOrd="0" destOrd="0" presId="urn:microsoft.com/office/officeart/2018/2/layout/IconLabelList"/>
    <dgm:cxn modelId="{97DBE7BC-9FF4-48C2-A22C-9D3235CCCAB2}" srcId="{A6D24D83-0B00-4BE5-8975-6279C7BE01B5}" destId="{61EEDB1F-AED6-4E31-BD12-AD16B14BFA85}" srcOrd="0" destOrd="0" parTransId="{5A47E352-0C44-489E-B95A-2240D5350360}" sibTransId="{996D244B-5776-438B-97C5-6AA7ED777A9F}"/>
    <dgm:cxn modelId="{40553DDD-B0F1-4099-89E7-F28AAC3BE94B}" srcId="{A6D24D83-0B00-4BE5-8975-6279C7BE01B5}" destId="{AB769D18-192D-481B-97C4-55202A467FF4}" srcOrd="2" destOrd="0" parTransId="{209CDDE5-73BE-4B51-AA3D-CEF3C8FABB3C}" sibTransId="{E25AD26E-B08F-459B-A537-7DAE84D2AC11}"/>
    <dgm:cxn modelId="{A11DC8ED-FD0E-42F0-AAFE-E9B97784748E}" type="presOf" srcId="{AB769D18-192D-481B-97C4-55202A467FF4}" destId="{28F0D077-C793-4868-8249-81CF190E3B7C}" srcOrd="0" destOrd="0" presId="urn:microsoft.com/office/officeart/2018/2/layout/IconLabelList"/>
    <dgm:cxn modelId="{F3628EFD-ED4B-47E3-A163-CB71E6D8E804}" type="presOf" srcId="{A6D24D83-0B00-4BE5-8975-6279C7BE01B5}" destId="{C30B6158-B103-46EB-915D-E043E565ACEB}" srcOrd="0" destOrd="0" presId="urn:microsoft.com/office/officeart/2018/2/layout/IconLabelList"/>
    <dgm:cxn modelId="{26EEA76E-613F-4F76-9438-B5A29EE7D1D9}" type="presParOf" srcId="{C30B6158-B103-46EB-915D-E043E565ACEB}" destId="{B8F35B5F-51DD-4380-9956-012512CFDDE5}" srcOrd="0" destOrd="0" presId="urn:microsoft.com/office/officeart/2018/2/layout/IconLabelList"/>
    <dgm:cxn modelId="{8520F92D-46D7-4723-B4A1-99814ED54CF7}" type="presParOf" srcId="{B8F35B5F-51DD-4380-9956-012512CFDDE5}" destId="{F414650A-ABA4-4212-A59E-482989DED8C7}" srcOrd="0" destOrd="0" presId="urn:microsoft.com/office/officeart/2018/2/layout/IconLabelList"/>
    <dgm:cxn modelId="{B92981A9-8E2F-4350-9DCC-CCBF426DBFDA}" type="presParOf" srcId="{B8F35B5F-51DD-4380-9956-012512CFDDE5}" destId="{8B3CD1C4-87C4-45C5-9F3E-F5ECBB9F21A0}" srcOrd="1" destOrd="0" presId="urn:microsoft.com/office/officeart/2018/2/layout/IconLabelList"/>
    <dgm:cxn modelId="{C7B4281A-3648-4E6B-8B87-819E86538B3F}" type="presParOf" srcId="{B8F35B5F-51DD-4380-9956-012512CFDDE5}" destId="{29D89DA8-CBDB-459D-A8D4-02B81040C34A}" srcOrd="2" destOrd="0" presId="urn:microsoft.com/office/officeart/2018/2/layout/IconLabelList"/>
    <dgm:cxn modelId="{851F9EB5-C001-42D7-A552-8577EF695466}" type="presParOf" srcId="{C30B6158-B103-46EB-915D-E043E565ACEB}" destId="{465F0ED1-07E2-457E-AADE-3993F8C8EAE6}" srcOrd="1" destOrd="0" presId="urn:microsoft.com/office/officeart/2018/2/layout/IconLabelList"/>
    <dgm:cxn modelId="{58EE289A-C9E0-43FE-B145-F937379A391C}" type="presParOf" srcId="{C30B6158-B103-46EB-915D-E043E565ACEB}" destId="{56AA69B4-0B15-436B-AE3F-F220E9560FBD}" srcOrd="2" destOrd="0" presId="urn:microsoft.com/office/officeart/2018/2/layout/IconLabelList"/>
    <dgm:cxn modelId="{21704FEF-B835-41B8-9725-AEDE614E6E9C}" type="presParOf" srcId="{56AA69B4-0B15-436B-AE3F-F220E9560FBD}" destId="{181C99DA-53A3-4883-9D09-40B1FF7CF120}" srcOrd="0" destOrd="0" presId="urn:microsoft.com/office/officeart/2018/2/layout/IconLabelList"/>
    <dgm:cxn modelId="{CE56F41E-1788-4909-B71D-DA05983D4DC0}" type="presParOf" srcId="{56AA69B4-0B15-436B-AE3F-F220E9560FBD}" destId="{E4F384FE-FE67-4F27-A0B8-6AC1FAA41ECB}" srcOrd="1" destOrd="0" presId="urn:microsoft.com/office/officeart/2018/2/layout/IconLabelList"/>
    <dgm:cxn modelId="{EB16428A-5F25-488A-BAE1-061A40A6F14F}" type="presParOf" srcId="{56AA69B4-0B15-436B-AE3F-F220E9560FBD}" destId="{AE9547CD-B5F2-4A2A-A5DA-3E841F8806B5}" srcOrd="2" destOrd="0" presId="urn:microsoft.com/office/officeart/2018/2/layout/IconLabelList"/>
    <dgm:cxn modelId="{C0616082-E1F4-4C18-9B91-5A19DC3914CD}" type="presParOf" srcId="{C30B6158-B103-46EB-915D-E043E565ACEB}" destId="{F5F672CA-6BBB-4F64-9078-04450E171F9E}" srcOrd="3" destOrd="0" presId="urn:microsoft.com/office/officeart/2018/2/layout/IconLabelList"/>
    <dgm:cxn modelId="{D85F3E5B-613C-410E-ADCE-94D9F2302239}" type="presParOf" srcId="{C30B6158-B103-46EB-915D-E043E565ACEB}" destId="{3C1FD55F-7A01-4446-9778-E6D219132717}" srcOrd="4" destOrd="0" presId="urn:microsoft.com/office/officeart/2018/2/layout/IconLabelList"/>
    <dgm:cxn modelId="{521C5A60-F543-40F6-8046-9BCECA8ED971}" type="presParOf" srcId="{3C1FD55F-7A01-4446-9778-E6D219132717}" destId="{8E764651-7E83-4DDC-81BA-C137F002F6A3}" srcOrd="0" destOrd="0" presId="urn:microsoft.com/office/officeart/2018/2/layout/IconLabelList"/>
    <dgm:cxn modelId="{ABBCCB8A-E3D4-4092-8765-8B9F36186436}" type="presParOf" srcId="{3C1FD55F-7A01-4446-9778-E6D219132717}" destId="{A66292FD-7624-43F4-B2F6-9E66B0550215}" srcOrd="1" destOrd="0" presId="urn:microsoft.com/office/officeart/2018/2/layout/IconLabelList"/>
    <dgm:cxn modelId="{35EDBE60-BD33-4D77-839A-6DFBC7F7C81F}" type="presParOf" srcId="{3C1FD55F-7A01-4446-9778-E6D219132717}" destId="{28F0D077-C793-4868-8249-81CF190E3B7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565FBD-1355-4EF2-8D42-FA4B6766D46A}">
      <dsp:nvSpPr>
        <dsp:cNvPr id="0" name=""/>
        <dsp:cNvSpPr/>
      </dsp:nvSpPr>
      <dsp:spPr>
        <a:xfrm>
          <a:off x="0" y="524"/>
          <a:ext cx="10820095" cy="12276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EA750B-2E7A-4989-8B3E-7FB601E14908}">
      <dsp:nvSpPr>
        <dsp:cNvPr id="0" name=""/>
        <dsp:cNvSpPr/>
      </dsp:nvSpPr>
      <dsp:spPr>
        <a:xfrm>
          <a:off x="371351" y="276736"/>
          <a:ext cx="675184" cy="6751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274C9-7F39-4DBD-9D13-BF5C59FBD7D8}">
      <dsp:nvSpPr>
        <dsp:cNvPr id="0" name=""/>
        <dsp:cNvSpPr/>
      </dsp:nvSpPr>
      <dsp:spPr>
        <a:xfrm>
          <a:off x="1417888" y="524"/>
          <a:ext cx="9402206" cy="1227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22" tIns="129922" rIns="129922" bIns="12992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Tool management for reproducible bioinformatics analyses</a:t>
          </a:r>
        </a:p>
      </dsp:txBody>
      <dsp:txXfrm>
        <a:off x="1417888" y="524"/>
        <a:ext cx="9402206" cy="1227608"/>
      </dsp:txXfrm>
    </dsp:sp>
    <dsp:sp modelId="{1AC2DD7B-061B-470A-8143-18AB82ED71D4}">
      <dsp:nvSpPr>
        <dsp:cNvPr id="0" name=""/>
        <dsp:cNvSpPr/>
      </dsp:nvSpPr>
      <dsp:spPr>
        <a:xfrm>
          <a:off x="0" y="1535035"/>
          <a:ext cx="10820095" cy="12276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950EA8-BB88-42C8-9729-8962849DD0F4}">
      <dsp:nvSpPr>
        <dsp:cNvPr id="0" name=""/>
        <dsp:cNvSpPr/>
      </dsp:nvSpPr>
      <dsp:spPr>
        <a:xfrm>
          <a:off x="371351" y="1811247"/>
          <a:ext cx="675184" cy="6751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5AD8FB-A1A1-4A5B-A9DE-DE15E1DE3A04}">
      <dsp:nvSpPr>
        <dsp:cNvPr id="0" name=""/>
        <dsp:cNvSpPr/>
      </dsp:nvSpPr>
      <dsp:spPr>
        <a:xfrm>
          <a:off x="1417888" y="1535035"/>
          <a:ext cx="9402206" cy="1227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22" tIns="129922" rIns="129922" bIns="12992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Conda environments, Docker containers, and version control</a:t>
          </a:r>
        </a:p>
      </dsp:txBody>
      <dsp:txXfrm>
        <a:off x="1417888" y="1535035"/>
        <a:ext cx="9402206" cy="1227608"/>
      </dsp:txXfrm>
    </dsp:sp>
    <dsp:sp modelId="{94DD6656-2F14-421A-9638-AA5FAD762D40}">
      <dsp:nvSpPr>
        <dsp:cNvPr id="0" name=""/>
        <dsp:cNvSpPr/>
      </dsp:nvSpPr>
      <dsp:spPr>
        <a:xfrm>
          <a:off x="0" y="3069546"/>
          <a:ext cx="10820095" cy="12276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200FD-BDB9-4705-8BA4-378C58950606}">
      <dsp:nvSpPr>
        <dsp:cNvPr id="0" name=""/>
        <dsp:cNvSpPr/>
      </dsp:nvSpPr>
      <dsp:spPr>
        <a:xfrm>
          <a:off x="371351" y="3345758"/>
          <a:ext cx="675184" cy="6751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26A76-2EB1-4BD9-9229-A9EA2B2C1265}">
      <dsp:nvSpPr>
        <dsp:cNvPr id="0" name=""/>
        <dsp:cNvSpPr/>
      </dsp:nvSpPr>
      <dsp:spPr>
        <a:xfrm>
          <a:off x="1417888" y="3069546"/>
          <a:ext cx="9402206" cy="1227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22" tIns="129922" rIns="129922" bIns="12992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Install and validate FastQC, BWA, and SAMtools</a:t>
          </a:r>
        </a:p>
      </dsp:txBody>
      <dsp:txXfrm>
        <a:off x="1417888" y="3069546"/>
        <a:ext cx="9402206" cy="12276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0CFB49-4F9C-9B47-82F5-E4B2BA38CCAC}">
      <dsp:nvSpPr>
        <dsp:cNvPr id="0" name=""/>
        <dsp:cNvSpPr/>
      </dsp:nvSpPr>
      <dsp:spPr>
        <a:xfrm>
          <a:off x="0" y="404269"/>
          <a:ext cx="8036835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</a:t>
          </a:r>
          <a:r>
            <a:rPr lang="en-US" sz="1900" kern="1200"/>
            <a:t>pt system packages (OS-wide)</a:t>
          </a:r>
        </a:p>
      </dsp:txBody>
      <dsp:txXfrm>
        <a:off x="22246" y="426515"/>
        <a:ext cx="7992343" cy="411223"/>
      </dsp:txXfrm>
    </dsp:sp>
    <dsp:sp modelId="{CBDD6324-F79F-6D44-AE08-52FD752C418F}">
      <dsp:nvSpPr>
        <dsp:cNvPr id="0" name=""/>
        <dsp:cNvSpPr/>
      </dsp:nvSpPr>
      <dsp:spPr>
        <a:xfrm>
          <a:off x="0" y="914704"/>
          <a:ext cx="8036835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</a:t>
          </a:r>
          <a:r>
            <a:rPr lang="en-US" sz="1900" kern="1200"/>
            <a:t>ip Python libs</a:t>
          </a:r>
        </a:p>
      </dsp:txBody>
      <dsp:txXfrm>
        <a:off x="22246" y="936950"/>
        <a:ext cx="7992343" cy="411223"/>
      </dsp:txXfrm>
    </dsp:sp>
    <dsp:sp modelId="{BA80FED3-5E79-AB4F-836E-3255515FD696}">
      <dsp:nvSpPr>
        <dsp:cNvPr id="0" name=""/>
        <dsp:cNvSpPr/>
      </dsp:nvSpPr>
      <dsp:spPr>
        <a:xfrm>
          <a:off x="0" y="1425139"/>
          <a:ext cx="8036835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C</a:t>
          </a:r>
          <a:r>
            <a:rPr lang="en-US" sz="1900" kern="1200"/>
            <a:t>onda cross-language envs with binaries</a:t>
          </a:r>
        </a:p>
      </dsp:txBody>
      <dsp:txXfrm>
        <a:off x="22246" y="1447385"/>
        <a:ext cx="7992343" cy="411223"/>
      </dsp:txXfrm>
    </dsp:sp>
    <dsp:sp modelId="{F45E95E2-3A9E-8449-9B31-9BA08E9A8EF7}">
      <dsp:nvSpPr>
        <dsp:cNvPr id="0" name=""/>
        <dsp:cNvSpPr/>
      </dsp:nvSpPr>
      <dsp:spPr>
        <a:xfrm>
          <a:off x="0" y="1935574"/>
          <a:ext cx="8036835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Use curated channels (conda-forge, bioconda) for reliable bioinformatics installs </a:t>
          </a:r>
          <a:endParaRPr lang="en-US" sz="1900" kern="1200"/>
        </a:p>
      </dsp:txBody>
      <dsp:txXfrm>
        <a:off x="22246" y="1957820"/>
        <a:ext cx="7992343" cy="411223"/>
      </dsp:txXfrm>
    </dsp:sp>
    <dsp:sp modelId="{07D2CB3C-771E-4246-B290-BA3A5D61FBAE}">
      <dsp:nvSpPr>
        <dsp:cNvPr id="0" name=""/>
        <dsp:cNvSpPr/>
      </dsp:nvSpPr>
      <dsp:spPr>
        <a:xfrm>
          <a:off x="0" y="2446009"/>
          <a:ext cx="8036835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Avoid mixing managers in one env.</a:t>
          </a:r>
          <a:endParaRPr lang="en-US" sz="1900" kern="1200"/>
        </a:p>
      </dsp:txBody>
      <dsp:txXfrm>
        <a:off x="22246" y="2468255"/>
        <a:ext cx="7992343" cy="411223"/>
      </dsp:txXfrm>
    </dsp:sp>
    <dsp:sp modelId="{80B20CC4-A571-3F40-B806-84DA41A1F549}">
      <dsp:nvSpPr>
        <dsp:cNvPr id="0" name=""/>
        <dsp:cNvSpPr/>
      </dsp:nvSpPr>
      <dsp:spPr>
        <a:xfrm>
          <a:off x="0" y="2956444"/>
          <a:ext cx="8036835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if needed, use pip after conda resolves</a:t>
          </a:r>
          <a:endParaRPr lang="en-US" sz="1900" kern="1200"/>
        </a:p>
      </dsp:txBody>
      <dsp:txXfrm>
        <a:off x="22246" y="2978690"/>
        <a:ext cx="7992343" cy="4112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4650A-ABA4-4212-A59E-482989DED8C7}">
      <dsp:nvSpPr>
        <dsp:cNvPr id="0" name=""/>
        <dsp:cNvSpPr/>
      </dsp:nvSpPr>
      <dsp:spPr>
        <a:xfrm>
          <a:off x="916901" y="875723"/>
          <a:ext cx="1444225" cy="14442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89DA8-CBDB-459D-A8D4-02B81040C34A}">
      <dsp:nvSpPr>
        <dsp:cNvPr id="0" name=""/>
        <dsp:cNvSpPr/>
      </dsp:nvSpPr>
      <dsp:spPr>
        <a:xfrm>
          <a:off x="34319" y="2701956"/>
          <a:ext cx="32093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Isolate dependencies to avoid conflicts and ensure reproducibility</a:t>
          </a:r>
        </a:p>
      </dsp:txBody>
      <dsp:txXfrm>
        <a:off x="34319" y="2701956"/>
        <a:ext cx="3209389" cy="720000"/>
      </dsp:txXfrm>
    </dsp:sp>
    <dsp:sp modelId="{181C99DA-53A3-4883-9D09-40B1FF7CF120}">
      <dsp:nvSpPr>
        <dsp:cNvPr id="0" name=""/>
        <dsp:cNvSpPr/>
      </dsp:nvSpPr>
      <dsp:spPr>
        <a:xfrm>
          <a:off x="4687934" y="875723"/>
          <a:ext cx="1444225" cy="14442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9547CD-B5F2-4A2A-A5DA-3E841F8806B5}">
      <dsp:nvSpPr>
        <dsp:cNvPr id="0" name=""/>
        <dsp:cNvSpPr/>
      </dsp:nvSpPr>
      <dsp:spPr>
        <a:xfrm>
          <a:off x="3805352" y="2701956"/>
          <a:ext cx="32093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Conda vs venv: cross-language tools and compiled binaries favor conda</a:t>
          </a:r>
        </a:p>
      </dsp:txBody>
      <dsp:txXfrm>
        <a:off x="3805352" y="2701956"/>
        <a:ext cx="3209389" cy="720000"/>
      </dsp:txXfrm>
    </dsp:sp>
    <dsp:sp modelId="{8E764651-7E83-4DDC-81BA-C137F002F6A3}">
      <dsp:nvSpPr>
        <dsp:cNvPr id="0" name=""/>
        <dsp:cNvSpPr/>
      </dsp:nvSpPr>
      <dsp:spPr>
        <a:xfrm>
          <a:off x="8458967" y="875723"/>
          <a:ext cx="1444225" cy="14442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0D077-C793-4868-8249-81CF190E3B7C}">
      <dsp:nvSpPr>
        <dsp:cNvPr id="0" name=""/>
        <dsp:cNvSpPr/>
      </dsp:nvSpPr>
      <dsp:spPr>
        <a:xfrm>
          <a:off x="7576385" y="2701956"/>
          <a:ext cx="32093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 clear names, pin key versions, export specs from history</a:t>
          </a:r>
        </a:p>
      </dsp:txBody>
      <dsp:txXfrm>
        <a:off x="7576385" y="2701956"/>
        <a:ext cx="32093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293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Motivate isolation and reproducibility: environments prevent conflicts and enable portable, shareable workflows. Attendees will set up three conda envs and practice Docker 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scope differences and why conda excels for compiled tools; emphasize channel hygiene and minimal mixing to reduce conflicts.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Conda supports Python/R/C++ tools. Recommend semantic env names per task and concise exports for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Contrast dev agility vs runtime reproducibility. Explain mounting volumes and stateless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Smaller envs solve faster and fail less. Documentation is part of reproducibility.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Promote tracking of infrastructure-as-code and avoiding data bloat in repos.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installation live. Confirm conda works before proceeding. Add channels once, globally.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Validate each tool with --version; keep environments focused and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parity: same commands run identically across machines; explain volume mounts.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Grading focuses on correct envs, clean YAMLs, and clear documentation; Dockerfile is a bonus.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09441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B2545"/>
                </a:solidFill>
                <a:latin typeface="Calibri"/>
              </a:defRPr>
            </a:pPr>
            <a:r>
              <a:rPr dirty="0"/>
              <a:t>Week 2: Environment Management &amp; Software Installation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B1178A00-F4D2-98E1-69C4-B29E7F2954DF}"/>
              </a:ext>
            </a:extLst>
          </p:cNvPr>
          <p:cNvGraphicFramePr/>
          <p:nvPr/>
        </p:nvGraphicFramePr>
        <p:xfrm>
          <a:off x="822960" y="1645920"/>
          <a:ext cx="10820095" cy="4297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09441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B2545"/>
                </a:solidFill>
                <a:latin typeface="Calibri"/>
              </a:defRPr>
            </a:pPr>
            <a:r>
              <a:t>Package Managers: apt vs pip vs conda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2A5EE137-972E-18E5-97C3-41F5296221BE}"/>
              </a:ext>
            </a:extLst>
          </p:cNvPr>
          <p:cNvGraphicFramePr/>
          <p:nvPr/>
        </p:nvGraphicFramePr>
        <p:xfrm>
          <a:off x="822960" y="1645920"/>
          <a:ext cx="8036835" cy="3816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09441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B2545"/>
                </a:solidFill>
                <a:latin typeface="Calibri"/>
              </a:defRPr>
            </a:pPr>
            <a:r>
              <a:t>Virtual Environments: Why and How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6D2E257F-0CE4-C42F-6F45-8AFDEC5C6C19}"/>
              </a:ext>
            </a:extLst>
          </p:cNvPr>
          <p:cNvGraphicFramePr/>
          <p:nvPr/>
        </p:nvGraphicFramePr>
        <p:xfrm>
          <a:off x="822960" y="1645920"/>
          <a:ext cx="10820095" cy="4297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09441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B2545"/>
                </a:solidFill>
                <a:latin typeface="Calibri"/>
              </a:defRPr>
            </a:pPr>
            <a:r>
              <a:t>Docker: Images, Containers,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973" y="1600200"/>
            <a:ext cx="83612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dirty="0">
                <a:effectLst/>
                <a:latin typeface="fkGroteskNeue"/>
              </a:rPr>
              <a:t>Images, containers, and layers</a:t>
            </a:r>
          </a:p>
          <a:p>
            <a:pPr algn="l"/>
            <a:r>
              <a:rPr lang="en-GB" b="0" i="0" dirty="0">
                <a:effectLst/>
                <a:latin typeface="fkGroteskNeue"/>
              </a:rPr>
              <a:t>Reproducibility across machines</a:t>
            </a:r>
          </a:p>
          <a:p>
            <a:pPr algn="l"/>
            <a:r>
              <a:rPr lang="en-GB" b="0" i="0" dirty="0">
                <a:effectLst/>
                <a:latin typeface="fkGroteskNeue"/>
              </a:rPr>
              <a:t>When to choose Docker vs </a:t>
            </a:r>
            <a:r>
              <a:rPr lang="en-GB" b="0" i="0" dirty="0" err="1">
                <a:effectLst/>
                <a:latin typeface="fkGroteskNeue"/>
              </a:rPr>
              <a:t>conda</a:t>
            </a:r>
            <a:endParaRPr lang="en-GB" b="0" i="0" dirty="0">
              <a:effectLst/>
              <a:latin typeface="fkGrotesk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09441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B2545"/>
                </a:solidFill>
                <a:latin typeface="Calibri"/>
              </a:defRPr>
            </a:pPr>
            <a:r>
              <a:t>Installation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8370946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rPr dirty="0"/>
              <a:t>Enable strict channel priority</a:t>
            </a:r>
            <a:r>
              <a:rPr lang="en-US" dirty="0"/>
              <a:t> </a:t>
            </a:r>
            <a:r>
              <a:rPr dirty="0"/>
              <a:t>prefer fast solvers (e.g., mamba) for speed</a:t>
            </a:r>
          </a:p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rPr dirty="0"/>
              <a:t>Keep base minimal</a:t>
            </a:r>
            <a:endParaRPr lang="en-US" dirty="0"/>
          </a:p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rPr dirty="0"/>
              <a:t>create per-project environments</a:t>
            </a:r>
          </a:p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rPr dirty="0"/>
              <a:t>Document commands, versions, and decisions (README, env files)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09441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B2545"/>
                </a:solidFill>
                <a:latin typeface="Calibri"/>
              </a:defRPr>
            </a:pPr>
            <a:r>
              <a:t>Version Control (Git) 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64551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dirty="0">
                <a:effectLst/>
                <a:latin typeface="fkGroteskNeue"/>
              </a:rPr>
              <a:t>Git for code, configs, and env files</a:t>
            </a:r>
          </a:p>
          <a:p>
            <a:pPr algn="l"/>
            <a:endParaRPr lang="en-GB" b="0" i="0" dirty="0">
              <a:effectLst/>
              <a:latin typeface="fkGroteskNeue"/>
            </a:endParaRPr>
          </a:p>
          <a:p>
            <a:pPr algn="l"/>
            <a:r>
              <a:rPr lang="en-GB" dirty="0">
                <a:latin typeface="fkGroteskNeue"/>
              </a:rPr>
              <a:t>I</a:t>
            </a:r>
            <a:r>
              <a:rPr lang="en-GB" b="0" i="0" dirty="0">
                <a:effectLst/>
                <a:latin typeface="fkGroteskNeue"/>
              </a:rPr>
              <a:t>gnore large data track checksums</a:t>
            </a:r>
          </a:p>
          <a:p>
            <a:pPr algn="l"/>
            <a:endParaRPr lang="en-GB" b="0" i="0" dirty="0">
              <a:effectLst/>
              <a:latin typeface="fkGroteskNeue"/>
            </a:endParaRPr>
          </a:p>
          <a:p>
            <a:pPr algn="l"/>
            <a:r>
              <a:rPr lang="en-GB" b="0" i="0" dirty="0">
                <a:effectLst/>
                <a:latin typeface="fkGroteskNeue"/>
              </a:rPr>
              <a:t>Commit messages and branching basics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09441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B2545"/>
                </a:solidFill>
                <a:latin typeface="Calibri"/>
              </a:defRPr>
            </a:pPr>
            <a:r>
              <a:t>Install Conda (Hands-on)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820095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t>Prefer Miniconda for a lightweight base</a:t>
            </a:r>
          </a:p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t>Initialize shell; verify conda is on PATH</a:t>
            </a:r>
          </a:p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t>Add conda-forge and bioconda; set strict priority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08960"/>
            <a:ext cx="10820095" cy="3108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104543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CF1F7"/>
                </a:solidFill>
                <a:latin typeface="Consolas"/>
              </a:defRPr>
            </a:pPr>
            <a:r>
              <a:t># Install Miniconda (Linux/macOS)</a:t>
            </a:r>
            <a:br/>
            <a:r>
              <a:t># 1) Download installer for your platform (from official site), then:</a:t>
            </a:r>
            <a:br/>
            <a:r>
              <a:t>chmod +x Miniconda3-latest-*.sh</a:t>
            </a:r>
            <a:br/>
            <a:r>
              <a:t>bash Miniconda3-latest-*.sh  # accept license, choose path (e.g., ~/miniconda3)</a:t>
            </a:r>
            <a:br/>
            <a:br/>
            <a:r>
              <a:t># 2) Initialize shell and restart terminal</a:t>
            </a:r>
            <a:br/>
            <a:r>
              <a:t>~/miniconda3/bin/conda init bash</a:t>
            </a:r>
            <a:br/>
            <a:r>
              <a:t>exec bash</a:t>
            </a:r>
            <a:br/>
            <a:br/>
            <a:r>
              <a:t># 3) Verify and configure channels</a:t>
            </a:r>
            <a:br/>
            <a:r>
              <a:t>conda --version</a:t>
            </a:r>
            <a:br/>
            <a:r>
              <a:t>conda config --add channels conda-forge</a:t>
            </a:r>
            <a:br/>
            <a:r>
              <a:t>conda config --add channels bioconda</a:t>
            </a:r>
            <a:br/>
            <a:r>
              <a:t>conda config --set channel_priority strict</a:t>
            </a:r>
            <a:br/>
            <a:br/>
            <a:r>
              <a:t># Optional: faster solver</a:t>
            </a:r>
            <a:br/>
            <a:r>
              <a:t>conda install -n base -c conda-forge mamba</a:t>
            </a:r>
            <a:br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09441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B2545"/>
                </a:solidFill>
                <a:latin typeface="Calibri"/>
              </a:defRPr>
            </a:pPr>
            <a:r>
              <a:t>Create Conda Envs (Hands-on)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820095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t>QC env: fastqc, multiqc</a:t>
            </a:r>
          </a:p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t>Assembly env: spades, bwa, samtools</a:t>
            </a:r>
          </a:p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t>Annotation env: prokka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08960"/>
            <a:ext cx="10820095" cy="3108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104543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CF1F7"/>
                </a:solidFill>
                <a:latin typeface="Consolas"/>
              </a:defRPr>
            </a:pPr>
            <a:r>
              <a:t># QC environment: FastQC + MultiQC</a:t>
            </a:r>
            <a:br/>
            <a:r>
              <a:t>mamba create -n qc fastqc=0.12.* multiqc=1.* -c bioconda -c conda-forge -y</a:t>
            </a:r>
            <a:br/>
            <a:r>
              <a:t>conda activate qc</a:t>
            </a:r>
            <a:br/>
            <a:r>
              <a:t>fastqc --version</a:t>
            </a:r>
            <a:br/>
            <a:r>
              <a:t>multiqc --version</a:t>
            </a:r>
            <a:br/>
            <a:r>
              <a:t>conda deactivate</a:t>
            </a:r>
            <a:br/>
            <a:br/>
            <a:r>
              <a:t># Assembly: SPAdes + BWA + SAMtools</a:t>
            </a:r>
            <a:br/>
            <a:r>
              <a:t>mamba create -n assembly spades=3.15.* bwa=0.7.* samtools=1.* -c bioconda -c conda-forge -y</a:t>
            </a:r>
            <a:br/>
            <a:r>
              <a:t>conda activate assembly</a:t>
            </a:r>
            <a:br/>
            <a:r>
              <a:t>spades.py --version</a:t>
            </a:r>
            <a:br/>
            <a:r>
              <a:t>bwa 2&gt;&amp;1 | head -n 1</a:t>
            </a:r>
            <a:br/>
            <a:r>
              <a:t>samtools --version | head -n 1</a:t>
            </a:r>
            <a:br/>
            <a:r>
              <a:t>conda deactivate</a:t>
            </a:r>
            <a:br/>
            <a:br/>
            <a:r>
              <a:t># Annotation: Prokka</a:t>
            </a:r>
            <a:br/>
            <a:r>
              <a:t>mamba create -n annotation prokka=1.14.* -c bioconda -c conda-forge -y</a:t>
            </a:r>
            <a:br/>
            <a:r>
              <a:t>conda activate annotation</a:t>
            </a:r>
            <a:br/>
            <a:r>
              <a:t>prokka --version</a:t>
            </a:r>
            <a:br/>
            <a:r>
              <a:t>conda deactivate</a:t>
            </a:r>
            <a:br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09441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B2545"/>
                </a:solidFill>
                <a:latin typeface="Calibri"/>
              </a:defRPr>
            </a:pPr>
            <a:r>
              <a:t>Docker Demo (Hands-on)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820095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t>Pull and run a base image</a:t>
            </a:r>
          </a:p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t>Install tools in container, verify versions</a:t>
            </a:r>
          </a:p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t>Build minimal image; mount volumes for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08960"/>
            <a:ext cx="10820095" cy="3108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104543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CF1F7"/>
                </a:solidFill>
                <a:latin typeface="Consolas"/>
              </a:defRPr>
            </a:pPr>
            <a:r>
              <a:t># Check Docker and pull Ubuntu</a:t>
            </a:r>
            <a:br/>
            <a:r>
              <a:t>docker --version</a:t>
            </a:r>
            <a:br/>
            <a:r>
              <a:t>docker pull ubuntu:22.04</a:t>
            </a:r>
            <a:br/>
            <a:r>
              <a:t>docker run --rm -it ubuntu:22.04 bash</a:t>
            </a:r>
            <a:br/>
            <a:br/>
            <a:r>
              <a:t># Inside container (demo install):</a:t>
            </a:r>
            <a:br/>
            <a:r>
              <a:t>apt-get update</a:t>
            </a:r>
            <a:br/>
            <a:r>
              <a:t>DEBIAN_FRONTEND=noninteractive apt-get install -y fastqc bwa samtools default-jre</a:t>
            </a:r>
            <a:br/>
            <a:r>
              <a:t>fastqc --version; bwa 2&gt;&amp;1 | head -n 1; samtools --version | head -n 1</a:t>
            </a:r>
            <a:br/>
            <a:r>
              <a:t>exit</a:t>
            </a:r>
            <a:br/>
            <a:br/>
            <a:r>
              <a:t># Minimal Dockerfile (save as docker/Dockerfile)</a:t>
            </a:r>
            <a:br/>
            <a:r>
              <a:t># ----------------------------------------------</a:t>
            </a:r>
            <a:br/>
            <a:r>
              <a:t># FROM ubuntu:22.04</a:t>
            </a:r>
            <a:br/>
            <a:r>
              <a:t># RUN apt-get update &amp;&amp; DEBIAN_FRONTEND=noninteractive apt-get install -y --no-install-recommends \</a:t>
            </a:r>
            <a:br/>
            <a:r>
              <a:t>#     fastqc bwa samtools default-jre ca-certificates &amp;&amp; \</a:t>
            </a:r>
            <a:br/>
            <a:r>
              <a:t>#     apt-get clean &amp;&amp; rm -rf /var/lib/apt/lists/*</a:t>
            </a:r>
            <a:br/>
            <a:r>
              <a:t># WORKDIR /work</a:t>
            </a:r>
            <a:br/>
            <a:br/>
            <a:r>
              <a:t># Build and run</a:t>
            </a:r>
            <a:br/>
            <a:r>
              <a:t>docker build -t bioenv:tools docker/</a:t>
            </a:r>
            <a:br/>
            <a:r>
              <a:t>docker run --rm -v "$PWD":/work -w /work bioenv:tools fastqc --version</a:t>
            </a:r>
            <a:br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109441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B2545"/>
                </a:solidFill>
                <a:latin typeface="Calibri"/>
              </a:defRPr>
            </a:pPr>
            <a:r>
              <a:t>Export &amp; Share +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820095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t>Export concise env YAMLs; optionally full lockfiles</a:t>
            </a:r>
          </a:p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t>Recreate envs from YAML for reproducibility</a:t>
            </a:r>
          </a:p>
          <a:p>
            <a:pPr>
              <a:defRPr sz="2200">
                <a:solidFill>
                  <a:srgbClr val="111827"/>
                </a:solidFill>
                <a:latin typeface="Calibri"/>
              </a:defRPr>
            </a:pPr>
            <a:r>
              <a:t>Assignment: 3 envs (QC, assembly, annotation) + README +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08960"/>
            <a:ext cx="10820095" cy="3108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104543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CF1F7"/>
                </a:solidFill>
                <a:latin typeface="Consolas"/>
              </a:defRPr>
            </a:pPr>
            <a:r>
              <a:t># Concise exports (from history)</a:t>
            </a:r>
            <a:br/>
            <a:r>
              <a:t>mkdir -p envs</a:t>
            </a:r>
            <a:br/>
            <a:r>
              <a:t>conda env export --name qc --from-history &gt; envs/qc.yml</a:t>
            </a:r>
            <a:br/>
            <a:r>
              <a:t>conda env export --name assembly --from-history &gt; envs/assembly.yml</a:t>
            </a:r>
            <a:br/>
            <a:r>
              <a:t>conda env export --name annotation --from-history &gt; envs/annotation.yml</a:t>
            </a:r>
            <a:br/>
            <a:br/>
            <a:r>
              <a:t># Full export (includes transitive deps)</a:t>
            </a:r>
            <a:br/>
            <a:r>
              <a:t>conda env export --name qc &gt; envs/qc_full.yml</a:t>
            </a:r>
            <a:br/>
            <a:br/>
            <a:r>
              <a:t># Recreate</a:t>
            </a:r>
            <a:br/>
            <a:r>
              <a:t>mamba env create -f envs/qc.yml</a:t>
            </a:r>
            <a:br/>
            <a:br/>
            <a:r>
              <a:t># Suggested repo layout</a:t>
            </a:r>
            <a:br/>
            <a:r>
              <a:t># week02_envs/</a:t>
            </a:r>
            <a:br/>
            <a:r>
              <a:t>#   envs/</a:t>
            </a:r>
            <a:br/>
            <a:r>
              <a:t>#     qc.yml</a:t>
            </a:r>
            <a:br/>
            <a:r>
              <a:t>#     assembly.yml</a:t>
            </a:r>
            <a:br/>
            <a:r>
              <a:t>#     annotation.yml</a:t>
            </a:r>
            <a:br/>
            <a:r>
              <a:t>#   docker/</a:t>
            </a:r>
            <a:br/>
            <a:r>
              <a:t>#     Dockerfile</a:t>
            </a:r>
            <a:br/>
            <a:r>
              <a:t>#   scripts/</a:t>
            </a:r>
            <a:br/>
            <a:r>
              <a:t>#     test_commands.sh</a:t>
            </a:r>
            <a:br/>
            <a:r>
              <a:t>#   README.md</a:t>
            </a:r>
            <a:br/>
            <a:r>
              <a:t>#   .gitignore</a:t>
            </a:r>
            <a:br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1104</Words>
  <Application>Microsoft Macintosh PowerPoint</Application>
  <PresentationFormat>Widescreen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fkGroteskNeue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Subham Verma</cp:lastModifiedBy>
  <cp:revision>2</cp:revision>
  <dcterms:created xsi:type="dcterms:W3CDTF">2013-01-27T09:14:16Z</dcterms:created>
  <dcterms:modified xsi:type="dcterms:W3CDTF">2025-09-22T17:42:17Z</dcterms:modified>
  <cp:category/>
</cp:coreProperties>
</file>