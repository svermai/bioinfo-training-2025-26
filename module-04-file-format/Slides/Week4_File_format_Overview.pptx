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0B53E9-C903-4878-830E-CEE51A940CA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88F9C8A3-D22B-432C-8092-E80A5208FA99}">
      <dgm:prSet/>
      <dgm:spPr/>
      <dgm:t>
        <a:bodyPr/>
        <a:lstStyle/>
        <a:p>
          <a:r>
            <a:rPr lang="en-GB" b="0" i="0"/>
            <a:t>Understand where and how to use FASTA, FASTQ, SAM/BAM, VCF, and GFF in typical genomics workflows.​</a:t>
          </a:r>
          <a:endParaRPr lang="en-US"/>
        </a:p>
      </dgm:t>
    </dgm:pt>
    <dgm:pt modelId="{6B3E797C-8C5F-41A8-9544-E98C387662B3}" type="parTrans" cxnId="{486DF296-8B54-48E8-AFD7-C37A383B2873}">
      <dgm:prSet/>
      <dgm:spPr/>
      <dgm:t>
        <a:bodyPr/>
        <a:lstStyle/>
        <a:p>
          <a:endParaRPr lang="en-US"/>
        </a:p>
      </dgm:t>
    </dgm:pt>
    <dgm:pt modelId="{F1DC5100-555C-4DB9-8A0A-FA7E964131C2}" type="sibTrans" cxnId="{486DF296-8B54-48E8-AFD7-C37A383B2873}">
      <dgm:prSet/>
      <dgm:spPr/>
      <dgm:t>
        <a:bodyPr/>
        <a:lstStyle/>
        <a:p>
          <a:endParaRPr lang="en-US"/>
        </a:p>
      </dgm:t>
    </dgm:pt>
    <dgm:pt modelId="{080EA3DF-27A3-4AB4-9F06-7934CE1A6EC7}">
      <dgm:prSet/>
      <dgm:spPr/>
      <dgm:t>
        <a:bodyPr/>
        <a:lstStyle/>
        <a:p>
          <a:r>
            <a:rPr lang="en-GB" b="0" i="0"/>
            <a:t>Recognize text vs binary formats and when to compress, convert, and index files for efficient analysis.​</a:t>
          </a:r>
          <a:endParaRPr lang="en-US"/>
        </a:p>
      </dgm:t>
    </dgm:pt>
    <dgm:pt modelId="{5F148656-F582-40C1-8BBE-785A4FF98BE1}" type="parTrans" cxnId="{6CF70A57-877B-4A45-8D0B-B2D3B527EF31}">
      <dgm:prSet/>
      <dgm:spPr/>
      <dgm:t>
        <a:bodyPr/>
        <a:lstStyle/>
        <a:p>
          <a:endParaRPr lang="en-US"/>
        </a:p>
      </dgm:t>
    </dgm:pt>
    <dgm:pt modelId="{5625D389-E79F-4BB9-96C2-E31ADDB933A9}" type="sibTrans" cxnId="{6CF70A57-877B-4A45-8D0B-B2D3B527EF31}">
      <dgm:prSet/>
      <dgm:spPr/>
      <dgm:t>
        <a:bodyPr/>
        <a:lstStyle/>
        <a:p>
          <a:endParaRPr lang="en-US"/>
        </a:p>
      </dgm:t>
    </dgm:pt>
    <dgm:pt modelId="{0C723CF2-3E6A-44CD-825F-67BF18B61FC6}">
      <dgm:prSet/>
      <dgm:spPr/>
      <dgm:t>
        <a:bodyPr/>
        <a:lstStyle/>
        <a:p>
          <a:r>
            <a:rPr lang="en-GB" b="0" i="0"/>
            <a:t>Apply reproducible handling: consistent naming, sensible organization, and documenting metadata alongside files.​</a:t>
          </a:r>
          <a:endParaRPr lang="en-US"/>
        </a:p>
      </dgm:t>
    </dgm:pt>
    <dgm:pt modelId="{A199F1B5-F373-45EE-A5D0-B5B4F55F412A}" type="parTrans" cxnId="{5501F08E-0461-4CEA-8755-6385BBDD460C}">
      <dgm:prSet/>
      <dgm:spPr/>
      <dgm:t>
        <a:bodyPr/>
        <a:lstStyle/>
        <a:p>
          <a:endParaRPr lang="en-US"/>
        </a:p>
      </dgm:t>
    </dgm:pt>
    <dgm:pt modelId="{EE8C0D23-214E-4DBC-9BB2-F3C09A4C605F}" type="sibTrans" cxnId="{5501F08E-0461-4CEA-8755-6385BBDD460C}">
      <dgm:prSet/>
      <dgm:spPr/>
      <dgm:t>
        <a:bodyPr/>
        <a:lstStyle/>
        <a:p>
          <a:endParaRPr lang="en-US"/>
        </a:p>
      </dgm:t>
    </dgm:pt>
    <dgm:pt modelId="{F7AD9262-57DC-4D7C-8340-6D602724DDB3}" type="pres">
      <dgm:prSet presAssocID="{F80B53E9-C903-4878-830E-CEE51A940CAD}" presName="root" presStyleCnt="0">
        <dgm:presLayoutVars>
          <dgm:dir/>
          <dgm:resizeHandles val="exact"/>
        </dgm:presLayoutVars>
      </dgm:prSet>
      <dgm:spPr/>
    </dgm:pt>
    <dgm:pt modelId="{9AFDE79C-EE31-4B60-A7F7-0C03EA56B90B}" type="pres">
      <dgm:prSet presAssocID="{88F9C8A3-D22B-432C-8092-E80A5208FA99}" presName="compNode" presStyleCnt="0"/>
      <dgm:spPr/>
    </dgm:pt>
    <dgm:pt modelId="{B07A3CCE-B949-478F-A621-2D0526BD9AF5}" type="pres">
      <dgm:prSet presAssocID="{88F9C8A3-D22B-432C-8092-E80A5208FA9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798AB3FF-704B-4E43-8BAC-495D7EFD91AA}" type="pres">
      <dgm:prSet presAssocID="{88F9C8A3-D22B-432C-8092-E80A5208FA99}" presName="spaceRect" presStyleCnt="0"/>
      <dgm:spPr/>
    </dgm:pt>
    <dgm:pt modelId="{4C951DB4-B188-4562-A7C5-91A48CF57B9C}" type="pres">
      <dgm:prSet presAssocID="{88F9C8A3-D22B-432C-8092-E80A5208FA99}" presName="textRect" presStyleLbl="revTx" presStyleIdx="0" presStyleCnt="3">
        <dgm:presLayoutVars>
          <dgm:chMax val="1"/>
          <dgm:chPref val="1"/>
        </dgm:presLayoutVars>
      </dgm:prSet>
      <dgm:spPr/>
    </dgm:pt>
    <dgm:pt modelId="{CCA43AEB-3F46-4BA6-A4D9-B84D1ADF3B15}" type="pres">
      <dgm:prSet presAssocID="{F1DC5100-555C-4DB9-8A0A-FA7E964131C2}" presName="sibTrans" presStyleCnt="0"/>
      <dgm:spPr/>
    </dgm:pt>
    <dgm:pt modelId="{D95B317A-3605-4D39-8703-55D3126D942A}" type="pres">
      <dgm:prSet presAssocID="{080EA3DF-27A3-4AB4-9F06-7934CE1A6EC7}" presName="compNode" presStyleCnt="0"/>
      <dgm:spPr/>
    </dgm:pt>
    <dgm:pt modelId="{1719CE1C-361D-4CA2-B9F4-576DC059DC4E}" type="pres">
      <dgm:prSet presAssocID="{080EA3DF-27A3-4AB4-9F06-7934CE1A6EC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6B619F8-1B28-453C-8ED7-DCD9ADCDF237}" type="pres">
      <dgm:prSet presAssocID="{080EA3DF-27A3-4AB4-9F06-7934CE1A6EC7}" presName="spaceRect" presStyleCnt="0"/>
      <dgm:spPr/>
    </dgm:pt>
    <dgm:pt modelId="{0539B7FD-7E5C-41B5-9E6C-2BB5D201E5EF}" type="pres">
      <dgm:prSet presAssocID="{080EA3DF-27A3-4AB4-9F06-7934CE1A6EC7}" presName="textRect" presStyleLbl="revTx" presStyleIdx="1" presStyleCnt="3">
        <dgm:presLayoutVars>
          <dgm:chMax val="1"/>
          <dgm:chPref val="1"/>
        </dgm:presLayoutVars>
      </dgm:prSet>
      <dgm:spPr/>
    </dgm:pt>
    <dgm:pt modelId="{A8C8C18C-E780-47DA-A39D-38AF7E63C6D0}" type="pres">
      <dgm:prSet presAssocID="{5625D389-E79F-4BB9-96C2-E31ADDB933A9}" presName="sibTrans" presStyleCnt="0"/>
      <dgm:spPr/>
    </dgm:pt>
    <dgm:pt modelId="{9B4EA10E-CCF2-4FF3-ACB6-118D8C92A29A}" type="pres">
      <dgm:prSet presAssocID="{0C723CF2-3E6A-44CD-825F-67BF18B61FC6}" presName="compNode" presStyleCnt="0"/>
      <dgm:spPr/>
    </dgm:pt>
    <dgm:pt modelId="{F36261D5-E035-4761-AC31-47F71AABE51C}" type="pres">
      <dgm:prSet presAssocID="{0C723CF2-3E6A-44CD-825F-67BF18B61FC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4BA0D01-C382-4732-B5D1-2F5D77A1CF7B}" type="pres">
      <dgm:prSet presAssocID="{0C723CF2-3E6A-44CD-825F-67BF18B61FC6}" presName="spaceRect" presStyleCnt="0"/>
      <dgm:spPr/>
    </dgm:pt>
    <dgm:pt modelId="{9409FFE3-D543-47C3-8A92-8D9DBD119F6D}" type="pres">
      <dgm:prSet presAssocID="{0C723CF2-3E6A-44CD-825F-67BF18B61FC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8AEAA2D-5782-4C28-9439-EA78C689741D}" type="presOf" srcId="{0C723CF2-3E6A-44CD-825F-67BF18B61FC6}" destId="{9409FFE3-D543-47C3-8A92-8D9DBD119F6D}" srcOrd="0" destOrd="0" presId="urn:microsoft.com/office/officeart/2018/2/layout/IconLabelList"/>
    <dgm:cxn modelId="{6CF70A57-877B-4A45-8D0B-B2D3B527EF31}" srcId="{F80B53E9-C903-4878-830E-CEE51A940CAD}" destId="{080EA3DF-27A3-4AB4-9F06-7934CE1A6EC7}" srcOrd="1" destOrd="0" parTransId="{5F148656-F582-40C1-8BBE-785A4FF98BE1}" sibTransId="{5625D389-E79F-4BB9-96C2-E31ADDB933A9}"/>
    <dgm:cxn modelId="{5501F08E-0461-4CEA-8755-6385BBDD460C}" srcId="{F80B53E9-C903-4878-830E-CEE51A940CAD}" destId="{0C723CF2-3E6A-44CD-825F-67BF18B61FC6}" srcOrd="2" destOrd="0" parTransId="{A199F1B5-F373-45EE-A5D0-B5B4F55F412A}" sibTransId="{EE8C0D23-214E-4DBC-9BB2-F3C09A4C605F}"/>
    <dgm:cxn modelId="{486DF296-8B54-48E8-AFD7-C37A383B2873}" srcId="{F80B53E9-C903-4878-830E-CEE51A940CAD}" destId="{88F9C8A3-D22B-432C-8092-E80A5208FA99}" srcOrd="0" destOrd="0" parTransId="{6B3E797C-8C5F-41A8-9544-E98C387662B3}" sibTransId="{F1DC5100-555C-4DB9-8A0A-FA7E964131C2}"/>
    <dgm:cxn modelId="{AE59C8B2-6619-4D03-9BD9-CB8DE931B446}" type="presOf" srcId="{080EA3DF-27A3-4AB4-9F06-7934CE1A6EC7}" destId="{0539B7FD-7E5C-41B5-9E6C-2BB5D201E5EF}" srcOrd="0" destOrd="0" presId="urn:microsoft.com/office/officeart/2018/2/layout/IconLabelList"/>
    <dgm:cxn modelId="{2FCDF3C4-2E44-4A7E-98FF-30BF97586043}" type="presOf" srcId="{88F9C8A3-D22B-432C-8092-E80A5208FA99}" destId="{4C951DB4-B188-4562-A7C5-91A48CF57B9C}" srcOrd="0" destOrd="0" presId="urn:microsoft.com/office/officeart/2018/2/layout/IconLabelList"/>
    <dgm:cxn modelId="{44522FD0-6AD0-46B7-8E5B-AE0B1D0AE107}" type="presOf" srcId="{F80B53E9-C903-4878-830E-CEE51A940CAD}" destId="{F7AD9262-57DC-4D7C-8340-6D602724DDB3}" srcOrd="0" destOrd="0" presId="urn:microsoft.com/office/officeart/2018/2/layout/IconLabelList"/>
    <dgm:cxn modelId="{B2FBF374-8281-4B48-AE72-CE096D97F7E2}" type="presParOf" srcId="{F7AD9262-57DC-4D7C-8340-6D602724DDB3}" destId="{9AFDE79C-EE31-4B60-A7F7-0C03EA56B90B}" srcOrd="0" destOrd="0" presId="urn:microsoft.com/office/officeart/2018/2/layout/IconLabelList"/>
    <dgm:cxn modelId="{05FE0689-CAAB-46E6-AC4A-55D635490607}" type="presParOf" srcId="{9AFDE79C-EE31-4B60-A7F7-0C03EA56B90B}" destId="{B07A3CCE-B949-478F-A621-2D0526BD9AF5}" srcOrd="0" destOrd="0" presId="urn:microsoft.com/office/officeart/2018/2/layout/IconLabelList"/>
    <dgm:cxn modelId="{9BECA69B-451B-40F7-AE29-C9028C705044}" type="presParOf" srcId="{9AFDE79C-EE31-4B60-A7F7-0C03EA56B90B}" destId="{798AB3FF-704B-4E43-8BAC-495D7EFD91AA}" srcOrd="1" destOrd="0" presId="urn:microsoft.com/office/officeart/2018/2/layout/IconLabelList"/>
    <dgm:cxn modelId="{A3BAFA67-3C5A-4DFC-88E5-66C1E8F6AA08}" type="presParOf" srcId="{9AFDE79C-EE31-4B60-A7F7-0C03EA56B90B}" destId="{4C951DB4-B188-4562-A7C5-91A48CF57B9C}" srcOrd="2" destOrd="0" presId="urn:microsoft.com/office/officeart/2018/2/layout/IconLabelList"/>
    <dgm:cxn modelId="{91A219F7-3109-455F-8AB2-7CE416118745}" type="presParOf" srcId="{F7AD9262-57DC-4D7C-8340-6D602724DDB3}" destId="{CCA43AEB-3F46-4BA6-A4D9-B84D1ADF3B15}" srcOrd="1" destOrd="0" presId="urn:microsoft.com/office/officeart/2018/2/layout/IconLabelList"/>
    <dgm:cxn modelId="{8FF62207-A49B-4596-B9C9-8E7CFBFE5171}" type="presParOf" srcId="{F7AD9262-57DC-4D7C-8340-6D602724DDB3}" destId="{D95B317A-3605-4D39-8703-55D3126D942A}" srcOrd="2" destOrd="0" presId="urn:microsoft.com/office/officeart/2018/2/layout/IconLabelList"/>
    <dgm:cxn modelId="{61174CBA-0AF1-4C3B-85DA-A7D46FB6DD4E}" type="presParOf" srcId="{D95B317A-3605-4D39-8703-55D3126D942A}" destId="{1719CE1C-361D-4CA2-B9F4-576DC059DC4E}" srcOrd="0" destOrd="0" presId="urn:microsoft.com/office/officeart/2018/2/layout/IconLabelList"/>
    <dgm:cxn modelId="{B20F80B1-1C93-4B6F-B422-7B8A38CDDA35}" type="presParOf" srcId="{D95B317A-3605-4D39-8703-55D3126D942A}" destId="{C6B619F8-1B28-453C-8ED7-DCD9ADCDF237}" srcOrd="1" destOrd="0" presId="urn:microsoft.com/office/officeart/2018/2/layout/IconLabelList"/>
    <dgm:cxn modelId="{7C2FAADA-F203-41E4-8927-5691E7C22A41}" type="presParOf" srcId="{D95B317A-3605-4D39-8703-55D3126D942A}" destId="{0539B7FD-7E5C-41B5-9E6C-2BB5D201E5EF}" srcOrd="2" destOrd="0" presId="urn:microsoft.com/office/officeart/2018/2/layout/IconLabelList"/>
    <dgm:cxn modelId="{54F2080A-158A-4039-9060-7965B927DCB1}" type="presParOf" srcId="{F7AD9262-57DC-4D7C-8340-6D602724DDB3}" destId="{A8C8C18C-E780-47DA-A39D-38AF7E63C6D0}" srcOrd="3" destOrd="0" presId="urn:microsoft.com/office/officeart/2018/2/layout/IconLabelList"/>
    <dgm:cxn modelId="{13439949-5D06-432B-B74E-90A1A10ACAA6}" type="presParOf" srcId="{F7AD9262-57DC-4D7C-8340-6D602724DDB3}" destId="{9B4EA10E-CCF2-4FF3-ACB6-118D8C92A29A}" srcOrd="4" destOrd="0" presId="urn:microsoft.com/office/officeart/2018/2/layout/IconLabelList"/>
    <dgm:cxn modelId="{5C6452EF-8276-4E80-A6E0-0D60A49C59A2}" type="presParOf" srcId="{9B4EA10E-CCF2-4FF3-ACB6-118D8C92A29A}" destId="{F36261D5-E035-4761-AC31-47F71AABE51C}" srcOrd="0" destOrd="0" presId="urn:microsoft.com/office/officeart/2018/2/layout/IconLabelList"/>
    <dgm:cxn modelId="{6AAB6F93-C28D-4865-9580-4B718C30FFED}" type="presParOf" srcId="{9B4EA10E-CCF2-4FF3-ACB6-118D8C92A29A}" destId="{54BA0D01-C382-4732-B5D1-2F5D77A1CF7B}" srcOrd="1" destOrd="0" presId="urn:microsoft.com/office/officeart/2018/2/layout/IconLabelList"/>
    <dgm:cxn modelId="{100219CD-CA86-47B9-BBB6-94A574C0D65B}" type="presParOf" srcId="{9B4EA10E-CCF2-4FF3-ACB6-118D8C92A29A}" destId="{9409FFE3-D543-47C3-8A92-8D9DBD119F6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19E71A0-33B1-4796-A813-867F0EAF27E7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B52DC3B-B788-470D-B1AD-57E9A03E7691}">
      <dgm:prSet/>
      <dgm:spPr/>
      <dgm:t>
        <a:bodyPr/>
        <a:lstStyle/>
        <a:p>
          <a:r>
            <a:rPr lang="en-GB" b="0" i="0"/>
            <a:t>- SAM: tab-delimited read alignments (QNAME, FLAG, RNAME, POS, MAPQ, CIGAR) </a:t>
          </a:r>
          <a:endParaRPr lang="en-US"/>
        </a:p>
      </dgm:t>
    </dgm:pt>
    <dgm:pt modelId="{DCDA885C-199F-41FC-93A0-B544B04D1B16}" type="parTrans" cxnId="{5B9A75A7-6B64-4399-893A-98F7526CA744}">
      <dgm:prSet/>
      <dgm:spPr/>
      <dgm:t>
        <a:bodyPr/>
        <a:lstStyle/>
        <a:p>
          <a:endParaRPr lang="en-US"/>
        </a:p>
      </dgm:t>
    </dgm:pt>
    <dgm:pt modelId="{270EE9BB-ED63-4A2F-9A63-FB0CDA3A6275}" type="sibTrans" cxnId="{5B9A75A7-6B64-4399-893A-98F7526CA744}">
      <dgm:prSet/>
      <dgm:spPr/>
      <dgm:t>
        <a:bodyPr/>
        <a:lstStyle/>
        <a:p>
          <a:endParaRPr lang="en-US"/>
        </a:p>
      </dgm:t>
    </dgm:pt>
    <dgm:pt modelId="{387D46AA-8CB2-4589-8340-0B19ACC47092}">
      <dgm:prSet/>
      <dgm:spPr/>
      <dgm:t>
        <a:bodyPr/>
        <a:lstStyle/>
        <a:p>
          <a:r>
            <a:rPr lang="en-GB" b="0" i="0"/>
            <a:t>- BAM: compressed binary equivalent of SAM (smaller, faster I/O) </a:t>
          </a:r>
          <a:endParaRPr lang="en-US"/>
        </a:p>
      </dgm:t>
    </dgm:pt>
    <dgm:pt modelId="{AF9E27D1-710C-423E-BF3C-CD3D6652121B}" type="parTrans" cxnId="{811238D0-ABCD-4DE4-8BB9-86235DF43A43}">
      <dgm:prSet/>
      <dgm:spPr/>
      <dgm:t>
        <a:bodyPr/>
        <a:lstStyle/>
        <a:p>
          <a:endParaRPr lang="en-US"/>
        </a:p>
      </dgm:t>
    </dgm:pt>
    <dgm:pt modelId="{E5671483-0B8A-417B-833B-C28ABA52F4FE}" type="sibTrans" cxnId="{811238D0-ABCD-4DE4-8BB9-86235DF43A43}">
      <dgm:prSet/>
      <dgm:spPr/>
      <dgm:t>
        <a:bodyPr/>
        <a:lstStyle/>
        <a:p>
          <a:endParaRPr lang="en-US"/>
        </a:p>
      </dgm:t>
    </dgm:pt>
    <dgm:pt modelId="{6AA4B3B4-2883-4C00-BD7A-608BAAA5002A}">
      <dgm:prSet/>
      <dgm:spPr/>
      <dgm:t>
        <a:bodyPr/>
        <a:lstStyle/>
        <a:p>
          <a:r>
            <a:rPr lang="en-GB" b="0" i="0"/>
            <a:t>- VCF: variant calls with meta header and tabular records (position, alleles, INFO) </a:t>
          </a:r>
          <a:endParaRPr lang="en-US"/>
        </a:p>
      </dgm:t>
    </dgm:pt>
    <dgm:pt modelId="{CAD9F91A-0286-43BC-A3F0-45FA807AF1DC}" type="parTrans" cxnId="{83AE4149-FF80-4DFB-89BA-AC67666DD2A2}">
      <dgm:prSet/>
      <dgm:spPr/>
      <dgm:t>
        <a:bodyPr/>
        <a:lstStyle/>
        <a:p>
          <a:endParaRPr lang="en-US"/>
        </a:p>
      </dgm:t>
    </dgm:pt>
    <dgm:pt modelId="{2477C132-6A15-4DC1-9172-0A1F7D6C8962}" type="sibTrans" cxnId="{83AE4149-FF80-4DFB-89BA-AC67666DD2A2}">
      <dgm:prSet/>
      <dgm:spPr/>
      <dgm:t>
        <a:bodyPr/>
        <a:lstStyle/>
        <a:p>
          <a:endParaRPr lang="en-US"/>
        </a:p>
      </dgm:t>
    </dgm:pt>
    <dgm:pt modelId="{289A718E-05C5-4BAC-9827-7337F4AE6F09}">
      <dgm:prSet/>
      <dgm:spPr/>
      <dgm:t>
        <a:bodyPr/>
        <a:lstStyle/>
        <a:p>
          <a:r>
            <a:rPr lang="en-GB" b="0" i="0"/>
            <a:t>- GFF: feature annotations across genomic coordinates (genes, exons, etc.)</a:t>
          </a:r>
          <a:endParaRPr lang="en-US"/>
        </a:p>
      </dgm:t>
    </dgm:pt>
    <dgm:pt modelId="{638FCF61-338D-4214-B1AA-EBFDF91CF4B4}" type="parTrans" cxnId="{983FB305-1CE2-4A2D-A929-F4C66299F7F6}">
      <dgm:prSet/>
      <dgm:spPr/>
      <dgm:t>
        <a:bodyPr/>
        <a:lstStyle/>
        <a:p>
          <a:endParaRPr lang="en-US"/>
        </a:p>
      </dgm:t>
    </dgm:pt>
    <dgm:pt modelId="{2371CC06-A6E7-4860-8AAE-CDB2FE421913}" type="sibTrans" cxnId="{983FB305-1CE2-4A2D-A929-F4C66299F7F6}">
      <dgm:prSet/>
      <dgm:spPr/>
      <dgm:t>
        <a:bodyPr/>
        <a:lstStyle/>
        <a:p>
          <a:endParaRPr lang="en-US"/>
        </a:p>
      </dgm:t>
    </dgm:pt>
    <dgm:pt modelId="{9D68147F-5924-0D45-A463-958A05F06662}" type="pres">
      <dgm:prSet presAssocID="{619E71A0-33B1-4796-A813-867F0EAF27E7}" presName="matrix" presStyleCnt="0">
        <dgm:presLayoutVars>
          <dgm:chMax val="1"/>
          <dgm:dir/>
          <dgm:resizeHandles val="exact"/>
        </dgm:presLayoutVars>
      </dgm:prSet>
      <dgm:spPr/>
    </dgm:pt>
    <dgm:pt modelId="{B93AFF6C-5D43-6545-A8D9-C1B3809F8640}" type="pres">
      <dgm:prSet presAssocID="{619E71A0-33B1-4796-A813-867F0EAF27E7}" presName="diamond" presStyleLbl="bgShp" presStyleIdx="0" presStyleCnt="1"/>
      <dgm:spPr/>
    </dgm:pt>
    <dgm:pt modelId="{E808469D-8CF9-A546-8FF6-383C764C86D5}" type="pres">
      <dgm:prSet presAssocID="{619E71A0-33B1-4796-A813-867F0EAF27E7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E33A0685-A7FE-4846-9A0B-CAB63746874F}" type="pres">
      <dgm:prSet presAssocID="{619E71A0-33B1-4796-A813-867F0EAF27E7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07B7DF6B-C59C-FA4D-A6B6-70384E41BC7A}" type="pres">
      <dgm:prSet presAssocID="{619E71A0-33B1-4796-A813-867F0EAF27E7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7BC92A1-BD10-DE41-96C0-0FD2CE1DC765}" type="pres">
      <dgm:prSet presAssocID="{619E71A0-33B1-4796-A813-867F0EAF27E7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83FB305-1CE2-4A2D-A929-F4C66299F7F6}" srcId="{619E71A0-33B1-4796-A813-867F0EAF27E7}" destId="{289A718E-05C5-4BAC-9827-7337F4AE6F09}" srcOrd="3" destOrd="0" parTransId="{638FCF61-338D-4214-B1AA-EBFDF91CF4B4}" sibTransId="{2371CC06-A6E7-4860-8AAE-CDB2FE421913}"/>
    <dgm:cxn modelId="{83AE4149-FF80-4DFB-89BA-AC67666DD2A2}" srcId="{619E71A0-33B1-4796-A813-867F0EAF27E7}" destId="{6AA4B3B4-2883-4C00-BD7A-608BAAA5002A}" srcOrd="2" destOrd="0" parTransId="{CAD9F91A-0286-43BC-A3F0-45FA807AF1DC}" sibTransId="{2477C132-6A15-4DC1-9172-0A1F7D6C8962}"/>
    <dgm:cxn modelId="{3DD4AF4B-83E7-834E-AC51-926B24220E9B}" type="presOf" srcId="{6AA4B3B4-2883-4C00-BD7A-608BAAA5002A}" destId="{07B7DF6B-C59C-FA4D-A6B6-70384E41BC7A}" srcOrd="0" destOrd="0" presId="urn:microsoft.com/office/officeart/2005/8/layout/matrix3"/>
    <dgm:cxn modelId="{76D64568-A199-064D-A25D-6A33FD07D86D}" type="presOf" srcId="{289A718E-05C5-4BAC-9827-7337F4AE6F09}" destId="{17BC92A1-BD10-DE41-96C0-0FD2CE1DC765}" srcOrd="0" destOrd="0" presId="urn:microsoft.com/office/officeart/2005/8/layout/matrix3"/>
    <dgm:cxn modelId="{395C6984-36C1-404C-9733-08CB708786DE}" type="presOf" srcId="{6B52DC3B-B788-470D-B1AD-57E9A03E7691}" destId="{E808469D-8CF9-A546-8FF6-383C764C86D5}" srcOrd="0" destOrd="0" presId="urn:microsoft.com/office/officeart/2005/8/layout/matrix3"/>
    <dgm:cxn modelId="{5B9A75A7-6B64-4399-893A-98F7526CA744}" srcId="{619E71A0-33B1-4796-A813-867F0EAF27E7}" destId="{6B52DC3B-B788-470D-B1AD-57E9A03E7691}" srcOrd="0" destOrd="0" parTransId="{DCDA885C-199F-41FC-93A0-B544B04D1B16}" sibTransId="{270EE9BB-ED63-4A2F-9A63-FB0CDA3A6275}"/>
    <dgm:cxn modelId="{957CDBC6-39BC-884C-80E6-77AC8FD09082}" type="presOf" srcId="{619E71A0-33B1-4796-A813-867F0EAF27E7}" destId="{9D68147F-5924-0D45-A463-958A05F06662}" srcOrd="0" destOrd="0" presId="urn:microsoft.com/office/officeart/2005/8/layout/matrix3"/>
    <dgm:cxn modelId="{811238D0-ABCD-4DE4-8BB9-86235DF43A43}" srcId="{619E71A0-33B1-4796-A813-867F0EAF27E7}" destId="{387D46AA-8CB2-4589-8340-0B19ACC47092}" srcOrd="1" destOrd="0" parTransId="{AF9E27D1-710C-423E-BF3C-CD3D6652121B}" sibTransId="{E5671483-0B8A-417B-833B-C28ABA52F4FE}"/>
    <dgm:cxn modelId="{126C01E4-DC2E-4A42-BD52-C990C899EB4E}" type="presOf" srcId="{387D46AA-8CB2-4589-8340-0B19ACC47092}" destId="{E33A0685-A7FE-4846-9A0B-CAB63746874F}" srcOrd="0" destOrd="0" presId="urn:microsoft.com/office/officeart/2005/8/layout/matrix3"/>
    <dgm:cxn modelId="{0657B01F-CD60-A44B-BCA6-EABB010C9EC0}" type="presParOf" srcId="{9D68147F-5924-0D45-A463-958A05F06662}" destId="{B93AFF6C-5D43-6545-A8D9-C1B3809F8640}" srcOrd="0" destOrd="0" presId="urn:microsoft.com/office/officeart/2005/8/layout/matrix3"/>
    <dgm:cxn modelId="{31F849F0-4624-CC43-9AF6-8153CFF88291}" type="presParOf" srcId="{9D68147F-5924-0D45-A463-958A05F06662}" destId="{E808469D-8CF9-A546-8FF6-383C764C86D5}" srcOrd="1" destOrd="0" presId="urn:microsoft.com/office/officeart/2005/8/layout/matrix3"/>
    <dgm:cxn modelId="{467D72A6-D4D6-E147-BDD3-A8C36EAEF185}" type="presParOf" srcId="{9D68147F-5924-0D45-A463-958A05F06662}" destId="{E33A0685-A7FE-4846-9A0B-CAB63746874F}" srcOrd="2" destOrd="0" presId="urn:microsoft.com/office/officeart/2005/8/layout/matrix3"/>
    <dgm:cxn modelId="{A4440073-3CF0-F44D-A5BA-F76E62B4DAA4}" type="presParOf" srcId="{9D68147F-5924-0D45-A463-958A05F06662}" destId="{07B7DF6B-C59C-FA4D-A6B6-70384E41BC7A}" srcOrd="3" destOrd="0" presId="urn:microsoft.com/office/officeart/2005/8/layout/matrix3"/>
    <dgm:cxn modelId="{4D3DD3E1-F848-504E-8537-E8436C1DAD4B}" type="presParOf" srcId="{9D68147F-5924-0D45-A463-958A05F06662}" destId="{17BC92A1-BD10-DE41-96C0-0FD2CE1DC76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60871B9-8E80-42F1-A0C9-34568CB2D1E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DF80D518-AFD1-47F8-B9C2-61F29CA4D2C3}">
      <dgm:prSet/>
      <dgm:spPr/>
      <dgm:t>
        <a:bodyPr/>
        <a:lstStyle/>
        <a:p>
          <a:r>
            <a:rPr lang="en-GB" b="0" i="0"/>
            <a:t>Inspect files: view headers/qualities for FASTA/FASTQ (e.g., gzcat file.fastq.gz | head)</a:t>
          </a:r>
          <a:endParaRPr lang="en-US"/>
        </a:p>
      </dgm:t>
    </dgm:pt>
    <dgm:pt modelId="{2F68D904-19E9-45EB-8DCB-BD33C77D05BD}" type="parTrans" cxnId="{ADAE6D17-6AF0-47C3-BDD0-7497E6F081C0}">
      <dgm:prSet/>
      <dgm:spPr/>
      <dgm:t>
        <a:bodyPr/>
        <a:lstStyle/>
        <a:p>
          <a:endParaRPr lang="en-US"/>
        </a:p>
      </dgm:t>
    </dgm:pt>
    <dgm:pt modelId="{017927EC-91D6-4117-AD19-9203CF602628}" type="sibTrans" cxnId="{ADAE6D17-6AF0-47C3-BDD0-7497E6F081C0}">
      <dgm:prSet/>
      <dgm:spPr/>
      <dgm:t>
        <a:bodyPr/>
        <a:lstStyle/>
        <a:p>
          <a:endParaRPr lang="en-US"/>
        </a:p>
      </dgm:t>
    </dgm:pt>
    <dgm:pt modelId="{717ED6C8-761D-4CFF-9214-E584D212EA9C}">
      <dgm:prSet/>
      <dgm:spPr/>
      <dgm:t>
        <a:bodyPr/>
        <a:lstStyle/>
        <a:p>
          <a:r>
            <a:rPr lang="en-GB" b="0" i="0"/>
            <a:t>Convert alignments: SAM → BAM and index for downstream performance </a:t>
          </a:r>
          <a:endParaRPr lang="en-US"/>
        </a:p>
      </dgm:t>
    </dgm:pt>
    <dgm:pt modelId="{CAE9A41F-2DDB-4B0F-A078-EA225FE918CF}" type="parTrans" cxnId="{CC5500AB-D582-4499-8FA0-20E4CD6D30D9}">
      <dgm:prSet/>
      <dgm:spPr/>
      <dgm:t>
        <a:bodyPr/>
        <a:lstStyle/>
        <a:p>
          <a:endParaRPr lang="en-US"/>
        </a:p>
      </dgm:t>
    </dgm:pt>
    <dgm:pt modelId="{F2813B94-1D50-485E-A798-A3E8571451BF}" type="sibTrans" cxnId="{CC5500AB-D582-4499-8FA0-20E4CD6D30D9}">
      <dgm:prSet/>
      <dgm:spPr/>
      <dgm:t>
        <a:bodyPr/>
        <a:lstStyle/>
        <a:p>
          <a:endParaRPr lang="en-US"/>
        </a:p>
      </dgm:t>
    </dgm:pt>
    <dgm:pt modelId="{F7F540C6-4BE7-4280-8609-60887A8F605A}">
      <dgm:prSet/>
      <dgm:spPr/>
      <dgm:t>
        <a:bodyPr/>
        <a:lstStyle/>
        <a:p>
          <a:r>
            <a:rPr lang="en-GB" b="0" i="0"/>
            <a:t>Compress/decompress: gzip/gunzip FASTQ for storage/transfer efficiency </a:t>
          </a:r>
          <a:endParaRPr lang="en-US"/>
        </a:p>
      </dgm:t>
    </dgm:pt>
    <dgm:pt modelId="{30D88D86-10F6-4683-9896-7FD4ADB6102E}" type="parTrans" cxnId="{D86EC134-662F-4E25-831F-E5FFC0BC352B}">
      <dgm:prSet/>
      <dgm:spPr/>
      <dgm:t>
        <a:bodyPr/>
        <a:lstStyle/>
        <a:p>
          <a:endParaRPr lang="en-US"/>
        </a:p>
      </dgm:t>
    </dgm:pt>
    <dgm:pt modelId="{45B02EBF-1C67-4C19-ABFF-2F5A143F4CE5}" type="sibTrans" cxnId="{D86EC134-662F-4E25-831F-E5FFC0BC352B}">
      <dgm:prSet/>
      <dgm:spPr/>
      <dgm:t>
        <a:bodyPr/>
        <a:lstStyle/>
        <a:p>
          <a:endParaRPr lang="en-US"/>
        </a:p>
      </dgm:t>
    </dgm:pt>
    <dgm:pt modelId="{7DF0945E-3F18-4072-82C0-35F178CDD6C1}">
      <dgm:prSet/>
      <dgm:spPr/>
      <dgm:t>
        <a:bodyPr/>
        <a:lstStyle/>
        <a:p>
          <a:r>
            <a:rPr lang="en-GB" b="0" i="0"/>
            <a:t>Create standardized naming: sampleID_R1.fastq.gz and sampleID_R2.fastq.gz </a:t>
          </a:r>
          <a:endParaRPr lang="en-US"/>
        </a:p>
      </dgm:t>
    </dgm:pt>
    <dgm:pt modelId="{45BC2220-55EA-4BA5-88F7-DFAB790FA476}" type="parTrans" cxnId="{49192D77-012F-4C8C-97A0-8B6F3F7C9AB3}">
      <dgm:prSet/>
      <dgm:spPr/>
      <dgm:t>
        <a:bodyPr/>
        <a:lstStyle/>
        <a:p>
          <a:endParaRPr lang="en-US"/>
        </a:p>
      </dgm:t>
    </dgm:pt>
    <dgm:pt modelId="{D472B4AC-4118-44A9-90DA-8FCC80CD1A48}" type="sibTrans" cxnId="{49192D77-012F-4C8C-97A0-8B6F3F7C9AB3}">
      <dgm:prSet/>
      <dgm:spPr/>
      <dgm:t>
        <a:bodyPr/>
        <a:lstStyle/>
        <a:p>
          <a:endParaRPr lang="en-US"/>
        </a:p>
      </dgm:t>
    </dgm:pt>
    <dgm:pt modelId="{F1EB050B-2E68-4DDA-9383-01E9C9E2AE00}">
      <dgm:prSet/>
      <dgm:spPr/>
      <dgm:t>
        <a:bodyPr/>
        <a:lstStyle/>
        <a:p>
          <a:r>
            <a:rPr lang="en-GB" b="0" i="0"/>
            <a:t>Build a project structure: data/raw, data/processed, results, scripts</a:t>
          </a:r>
          <a:endParaRPr lang="en-US"/>
        </a:p>
      </dgm:t>
    </dgm:pt>
    <dgm:pt modelId="{264E73CF-2C4D-4B2D-9508-960021F3AF65}" type="parTrans" cxnId="{7920F8DC-09D7-40FC-9C05-A5F15306B0DF}">
      <dgm:prSet/>
      <dgm:spPr/>
      <dgm:t>
        <a:bodyPr/>
        <a:lstStyle/>
        <a:p>
          <a:endParaRPr lang="en-US"/>
        </a:p>
      </dgm:t>
    </dgm:pt>
    <dgm:pt modelId="{8E425A9F-C44F-45B4-BE79-C3DC3CD51502}" type="sibTrans" cxnId="{7920F8DC-09D7-40FC-9C05-A5F15306B0DF}">
      <dgm:prSet/>
      <dgm:spPr/>
      <dgm:t>
        <a:bodyPr/>
        <a:lstStyle/>
        <a:p>
          <a:endParaRPr lang="en-US"/>
        </a:p>
      </dgm:t>
    </dgm:pt>
    <dgm:pt modelId="{F669C02A-C224-416C-9907-DA485B8365B9}" type="pres">
      <dgm:prSet presAssocID="{E60871B9-8E80-42F1-A0C9-34568CB2D1E2}" presName="root" presStyleCnt="0">
        <dgm:presLayoutVars>
          <dgm:dir/>
          <dgm:resizeHandles val="exact"/>
        </dgm:presLayoutVars>
      </dgm:prSet>
      <dgm:spPr/>
    </dgm:pt>
    <dgm:pt modelId="{BFC8CB49-9DAE-452B-8644-BD1BF51D2FAE}" type="pres">
      <dgm:prSet presAssocID="{DF80D518-AFD1-47F8-B9C2-61F29CA4D2C3}" presName="compNode" presStyleCnt="0"/>
      <dgm:spPr/>
    </dgm:pt>
    <dgm:pt modelId="{73BBC003-0720-4492-93DC-BF1309E159C8}" type="pres">
      <dgm:prSet presAssocID="{DF80D518-AFD1-47F8-B9C2-61F29CA4D2C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2486EF8B-5DCE-4733-8B6A-D12320DBC995}" type="pres">
      <dgm:prSet presAssocID="{DF80D518-AFD1-47F8-B9C2-61F29CA4D2C3}" presName="spaceRect" presStyleCnt="0"/>
      <dgm:spPr/>
    </dgm:pt>
    <dgm:pt modelId="{5023D95F-C768-4716-9CD8-8C32BC661D2B}" type="pres">
      <dgm:prSet presAssocID="{DF80D518-AFD1-47F8-B9C2-61F29CA4D2C3}" presName="textRect" presStyleLbl="revTx" presStyleIdx="0" presStyleCnt="5">
        <dgm:presLayoutVars>
          <dgm:chMax val="1"/>
          <dgm:chPref val="1"/>
        </dgm:presLayoutVars>
      </dgm:prSet>
      <dgm:spPr/>
    </dgm:pt>
    <dgm:pt modelId="{1A7ECD00-372D-4F9E-BC38-5E8308354FA6}" type="pres">
      <dgm:prSet presAssocID="{017927EC-91D6-4117-AD19-9203CF602628}" presName="sibTrans" presStyleCnt="0"/>
      <dgm:spPr/>
    </dgm:pt>
    <dgm:pt modelId="{3DFECCBA-0AC2-4644-A2A2-760469BDEE16}" type="pres">
      <dgm:prSet presAssocID="{717ED6C8-761D-4CFF-9214-E584D212EA9C}" presName="compNode" presStyleCnt="0"/>
      <dgm:spPr/>
    </dgm:pt>
    <dgm:pt modelId="{7690E127-2EF6-477B-A32F-BCADB50AAE3C}" type="pres">
      <dgm:prSet presAssocID="{717ED6C8-761D-4CFF-9214-E584D212EA9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CDC06CF5-9DDD-4AEB-B0EB-74703D62C408}" type="pres">
      <dgm:prSet presAssocID="{717ED6C8-761D-4CFF-9214-E584D212EA9C}" presName="spaceRect" presStyleCnt="0"/>
      <dgm:spPr/>
    </dgm:pt>
    <dgm:pt modelId="{17E11935-B422-4F71-A57A-DAD4EA9183DA}" type="pres">
      <dgm:prSet presAssocID="{717ED6C8-761D-4CFF-9214-E584D212EA9C}" presName="textRect" presStyleLbl="revTx" presStyleIdx="1" presStyleCnt="5">
        <dgm:presLayoutVars>
          <dgm:chMax val="1"/>
          <dgm:chPref val="1"/>
        </dgm:presLayoutVars>
      </dgm:prSet>
      <dgm:spPr/>
    </dgm:pt>
    <dgm:pt modelId="{CC96DFCE-2572-4260-B5CD-8B678B73EB4C}" type="pres">
      <dgm:prSet presAssocID="{F2813B94-1D50-485E-A798-A3E8571451BF}" presName="sibTrans" presStyleCnt="0"/>
      <dgm:spPr/>
    </dgm:pt>
    <dgm:pt modelId="{BA0582A5-A965-4B12-B38C-CCE6C812B6D4}" type="pres">
      <dgm:prSet presAssocID="{F7F540C6-4BE7-4280-8609-60887A8F605A}" presName="compNode" presStyleCnt="0"/>
      <dgm:spPr/>
    </dgm:pt>
    <dgm:pt modelId="{4401FB75-BA01-464C-8F87-F5BEBF95CD49}" type="pres">
      <dgm:prSet presAssocID="{F7F540C6-4BE7-4280-8609-60887A8F605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cycle Sign"/>
        </a:ext>
      </dgm:extLst>
    </dgm:pt>
    <dgm:pt modelId="{CCCF4C5C-95D4-4CF3-8F7D-C8DC4C411C8A}" type="pres">
      <dgm:prSet presAssocID="{F7F540C6-4BE7-4280-8609-60887A8F605A}" presName="spaceRect" presStyleCnt="0"/>
      <dgm:spPr/>
    </dgm:pt>
    <dgm:pt modelId="{F8C1689D-A10C-41FE-93F0-A970E4D69D6A}" type="pres">
      <dgm:prSet presAssocID="{F7F540C6-4BE7-4280-8609-60887A8F605A}" presName="textRect" presStyleLbl="revTx" presStyleIdx="2" presStyleCnt="5">
        <dgm:presLayoutVars>
          <dgm:chMax val="1"/>
          <dgm:chPref val="1"/>
        </dgm:presLayoutVars>
      </dgm:prSet>
      <dgm:spPr/>
    </dgm:pt>
    <dgm:pt modelId="{D12AADA9-9887-43D9-BD3A-92C93A16BBE0}" type="pres">
      <dgm:prSet presAssocID="{45B02EBF-1C67-4C19-ABFF-2F5A143F4CE5}" presName="sibTrans" presStyleCnt="0"/>
      <dgm:spPr/>
    </dgm:pt>
    <dgm:pt modelId="{220E0A79-9B26-4691-82BD-0B7660B9F3F4}" type="pres">
      <dgm:prSet presAssocID="{7DF0945E-3F18-4072-82C0-35F178CDD6C1}" presName="compNode" presStyleCnt="0"/>
      <dgm:spPr/>
    </dgm:pt>
    <dgm:pt modelId="{9047E063-24C6-4818-B771-203BD4AAC78D}" type="pres">
      <dgm:prSet presAssocID="{7DF0945E-3F18-4072-82C0-35F178CDD6C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69099AAC-27A5-44EC-A21F-ACF93F740DCC}" type="pres">
      <dgm:prSet presAssocID="{7DF0945E-3F18-4072-82C0-35F178CDD6C1}" presName="spaceRect" presStyleCnt="0"/>
      <dgm:spPr/>
    </dgm:pt>
    <dgm:pt modelId="{AB38CF80-854C-4BAC-A9D1-45D8EB919823}" type="pres">
      <dgm:prSet presAssocID="{7DF0945E-3F18-4072-82C0-35F178CDD6C1}" presName="textRect" presStyleLbl="revTx" presStyleIdx="3" presStyleCnt="5">
        <dgm:presLayoutVars>
          <dgm:chMax val="1"/>
          <dgm:chPref val="1"/>
        </dgm:presLayoutVars>
      </dgm:prSet>
      <dgm:spPr/>
    </dgm:pt>
    <dgm:pt modelId="{E9865612-55D5-456C-983F-35D754BBCB61}" type="pres">
      <dgm:prSet presAssocID="{D472B4AC-4118-44A9-90DA-8FCC80CD1A48}" presName="sibTrans" presStyleCnt="0"/>
      <dgm:spPr/>
    </dgm:pt>
    <dgm:pt modelId="{2BB2B012-AD3A-4FA3-8E3A-603438B03360}" type="pres">
      <dgm:prSet presAssocID="{F1EB050B-2E68-4DDA-9383-01E9C9E2AE00}" presName="compNode" presStyleCnt="0"/>
      <dgm:spPr/>
    </dgm:pt>
    <dgm:pt modelId="{4E142B7C-E6A0-491B-BA43-DE7126FE3086}" type="pres">
      <dgm:prSet presAssocID="{F1EB050B-2E68-4DDA-9383-01E9C9E2AE0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65195E6B-62D1-4534-B213-024CF7A05D4F}" type="pres">
      <dgm:prSet presAssocID="{F1EB050B-2E68-4DDA-9383-01E9C9E2AE00}" presName="spaceRect" presStyleCnt="0"/>
      <dgm:spPr/>
    </dgm:pt>
    <dgm:pt modelId="{CD264C98-08FF-443B-9361-B35AE56471E6}" type="pres">
      <dgm:prSet presAssocID="{F1EB050B-2E68-4DDA-9383-01E9C9E2AE0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ADAE6D17-6AF0-47C3-BDD0-7497E6F081C0}" srcId="{E60871B9-8E80-42F1-A0C9-34568CB2D1E2}" destId="{DF80D518-AFD1-47F8-B9C2-61F29CA4D2C3}" srcOrd="0" destOrd="0" parTransId="{2F68D904-19E9-45EB-8DCB-BD33C77D05BD}" sibTransId="{017927EC-91D6-4117-AD19-9203CF602628}"/>
    <dgm:cxn modelId="{D86EC134-662F-4E25-831F-E5FFC0BC352B}" srcId="{E60871B9-8E80-42F1-A0C9-34568CB2D1E2}" destId="{F7F540C6-4BE7-4280-8609-60887A8F605A}" srcOrd="2" destOrd="0" parTransId="{30D88D86-10F6-4683-9896-7FD4ADB6102E}" sibTransId="{45B02EBF-1C67-4C19-ABFF-2F5A143F4CE5}"/>
    <dgm:cxn modelId="{2F8A205F-3DA9-48E6-83A9-E53EBB7B7769}" type="presOf" srcId="{717ED6C8-761D-4CFF-9214-E584D212EA9C}" destId="{17E11935-B422-4F71-A57A-DAD4EA9183DA}" srcOrd="0" destOrd="0" presId="urn:microsoft.com/office/officeart/2018/2/layout/IconLabelList"/>
    <dgm:cxn modelId="{49192D77-012F-4C8C-97A0-8B6F3F7C9AB3}" srcId="{E60871B9-8E80-42F1-A0C9-34568CB2D1E2}" destId="{7DF0945E-3F18-4072-82C0-35F178CDD6C1}" srcOrd="3" destOrd="0" parTransId="{45BC2220-55EA-4BA5-88F7-DFAB790FA476}" sibTransId="{D472B4AC-4118-44A9-90DA-8FCC80CD1A48}"/>
    <dgm:cxn modelId="{539F2193-3BC3-41A8-8FBD-B417E1578482}" type="presOf" srcId="{DF80D518-AFD1-47F8-B9C2-61F29CA4D2C3}" destId="{5023D95F-C768-4716-9CD8-8C32BC661D2B}" srcOrd="0" destOrd="0" presId="urn:microsoft.com/office/officeart/2018/2/layout/IconLabelList"/>
    <dgm:cxn modelId="{CC5500AB-D582-4499-8FA0-20E4CD6D30D9}" srcId="{E60871B9-8E80-42F1-A0C9-34568CB2D1E2}" destId="{717ED6C8-761D-4CFF-9214-E584D212EA9C}" srcOrd="1" destOrd="0" parTransId="{CAE9A41F-2DDB-4B0F-A078-EA225FE918CF}" sibTransId="{F2813B94-1D50-485E-A798-A3E8571451BF}"/>
    <dgm:cxn modelId="{E397F0B1-C869-4463-9600-DC4C58521DCB}" type="presOf" srcId="{7DF0945E-3F18-4072-82C0-35F178CDD6C1}" destId="{AB38CF80-854C-4BAC-A9D1-45D8EB919823}" srcOrd="0" destOrd="0" presId="urn:microsoft.com/office/officeart/2018/2/layout/IconLabelList"/>
    <dgm:cxn modelId="{F5E4EBC7-1AA2-47A6-AEC8-65DBE73149C9}" type="presOf" srcId="{F1EB050B-2E68-4DDA-9383-01E9C9E2AE00}" destId="{CD264C98-08FF-443B-9361-B35AE56471E6}" srcOrd="0" destOrd="0" presId="urn:microsoft.com/office/officeart/2018/2/layout/IconLabelList"/>
    <dgm:cxn modelId="{987C1BCF-8202-48C8-B10F-C736F88653EE}" type="presOf" srcId="{E60871B9-8E80-42F1-A0C9-34568CB2D1E2}" destId="{F669C02A-C224-416C-9907-DA485B8365B9}" srcOrd="0" destOrd="0" presId="urn:microsoft.com/office/officeart/2018/2/layout/IconLabelList"/>
    <dgm:cxn modelId="{7920F8DC-09D7-40FC-9C05-A5F15306B0DF}" srcId="{E60871B9-8E80-42F1-A0C9-34568CB2D1E2}" destId="{F1EB050B-2E68-4DDA-9383-01E9C9E2AE00}" srcOrd="4" destOrd="0" parTransId="{264E73CF-2C4D-4B2D-9508-960021F3AF65}" sibTransId="{8E425A9F-C44F-45B4-BE79-C3DC3CD51502}"/>
    <dgm:cxn modelId="{079AD4DD-2DEF-4108-822D-DEE3D2D1597C}" type="presOf" srcId="{F7F540C6-4BE7-4280-8609-60887A8F605A}" destId="{F8C1689D-A10C-41FE-93F0-A970E4D69D6A}" srcOrd="0" destOrd="0" presId="urn:microsoft.com/office/officeart/2018/2/layout/IconLabelList"/>
    <dgm:cxn modelId="{85632CCD-0E84-4966-9EC2-FCCE486845EC}" type="presParOf" srcId="{F669C02A-C224-416C-9907-DA485B8365B9}" destId="{BFC8CB49-9DAE-452B-8644-BD1BF51D2FAE}" srcOrd="0" destOrd="0" presId="urn:microsoft.com/office/officeart/2018/2/layout/IconLabelList"/>
    <dgm:cxn modelId="{F39A0E9A-17C2-42DF-938B-085035DCD6D1}" type="presParOf" srcId="{BFC8CB49-9DAE-452B-8644-BD1BF51D2FAE}" destId="{73BBC003-0720-4492-93DC-BF1309E159C8}" srcOrd="0" destOrd="0" presId="urn:microsoft.com/office/officeart/2018/2/layout/IconLabelList"/>
    <dgm:cxn modelId="{2C3A7A1A-EF6B-4AF7-97B3-55FB1509CAB5}" type="presParOf" srcId="{BFC8CB49-9DAE-452B-8644-BD1BF51D2FAE}" destId="{2486EF8B-5DCE-4733-8B6A-D12320DBC995}" srcOrd="1" destOrd="0" presId="urn:microsoft.com/office/officeart/2018/2/layout/IconLabelList"/>
    <dgm:cxn modelId="{2CCA09E6-E71A-4309-9B08-B3A1CD17EA68}" type="presParOf" srcId="{BFC8CB49-9DAE-452B-8644-BD1BF51D2FAE}" destId="{5023D95F-C768-4716-9CD8-8C32BC661D2B}" srcOrd="2" destOrd="0" presId="urn:microsoft.com/office/officeart/2018/2/layout/IconLabelList"/>
    <dgm:cxn modelId="{D834C06F-C243-435A-872D-44E73A605026}" type="presParOf" srcId="{F669C02A-C224-416C-9907-DA485B8365B9}" destId="{1A7ECD00-372D-4F9E-BC38-5E8308354FA6}" srcOrd="1" destOrd="0" presId="urn:microsoft.com/office/officeart/2018/2/layout/IconLabelList"/>
    <dgm:cxn modelId="{530133FF-904D-42E3-A061-623FB17B2E15}" type="presParOf" srcId="{F669C02A-C224-416C-9907-DA485B8365B9}" destId="{3DFECCBA-0AC2-4644-A2A2-760469BDEE16}" srcOrd="2" destOrd="0" presId="urn:microsoft.com/office/officeart/2018/2/layout/IconLabelList"/>
    <dgm:cxn modelId="{13F19D3A-F09C-4E68-AEAB-CA0A4B1168FE}" type="presParOf" srcId="{3DFECCBA-0AC2-4644-A2A2-760469BDEE16}" destId="{7690E127-2EF6-477B-A32F-BCADB50AAE3C}" srcOrd="0" destOrd="0" presId="urn:microsoft.com/office/officeart/2018/2/layout/IconLabelList"/>
    <dgm:cxn modelId="{92A5CBA6-747A-4A94-B7FF-18EB0F2A57CE}" type="presParOf" srcId="{3DFECCBA-0AC2-4644-A2A2-760469BDEE16}" destId="{CDC06CF5-9DDD-4AEB-B0EB-74703D62C408}" srcOrd="1" destOrd="0" presId="urn:microsoft.com/office/officeart/2018/2/layout/IconLabelList"/>
    <dgm:cxn modelId="{47456599-8E4E-40F2-9648-EF6C650962B7}" type="presParOf" srcId="{3DFECCBA-0AC2-4644-A2A2-760469BDEE16}" destId="{17E11935-B422-4F71-A57A-DAD4EA9183DA}" srcOrd="2" destOrd="0" presId="urn:microsoft.com/office/officeart/2018/2/layout/IconLabelList"/>
    <dgm:cxn modelId="{2AFF1DD2-131E-4636-B806-C3105114A861}" type="presParOf" srcId="{F669C02A-C224-416C-9907-DA485B8365B9}" destId="{CC96DFCE-2572-4260-B5CD-8B678B73EB4C}" srcOrd="3" destOrd="0" presId="urn:microsoft.com/office/officeart/2018/2/layout/IconLabelList"/>
    <dgm:cxn modelId="{474C0051-C169-4470-AE1D-E404577BF979}" type="presParOf" srcId="{F669C02A-C224-416C-9907-DA485B8365B9}" destId="{BA0582A5-A965-4B12-B38C-CCE6C812B6D4}" srcOrd="4" destOrd="0" presId="urn:microsoft.com/office/officeart/2018/2/layout/IconLabelList"/>
    <dgm:cxn modelId="{C555B8B4-03E9-4386-9FE1-D2871BCFC662}" type="presParOf" srcId="{BA0582A5-A965-4B12-B38C-CCE6C812B6D4}" destId="{4401FB75-BA01-464C-8F87-F5BEBF95CD49}" srcOrd="0" destOrd="0" presId="urn:microsoft.com/office/officeart/2018/2/layout/IconLabelList"/>
    <dgm:cxn modelId="{A67A4FEC-0DE4-42EF-9195-9BCDA7B43CD4}" type="presParOf" srcId="{BA0582A5-A965-4B12-B38C-CCE6C812B6D4}" destId="{CCCF4C5C-95D4-4CF3-8F7D-C8DC4C411C8A}" srcOrd="1" destOrd="0" presId="urn:microsoft.com/office/officeart/2018/2/layout/IconLabelList"/>
    <dgm:cxn modelId="{CB38505C-F8C6-4E57-A6BF-838D4843062F}" type="presParOf" srcId="{BA0582A5-A965-4B12-B38C-CCE6C812B6D4}" destId="{F8C1689D-A10C-41FE-93F0-A970E4D69D6A}" srcOrd="2" destOrd="0" presId="urn:microsoft.com/office/officeart/2018/2/layout/IconLabelList"/>
    <dgm:cxn modelId="{6091309C-6BD2-4AD3-962A-22DE7FD32C96}" type="presParOf" srcId="{F669C02A-C224-416C-9907-DA485B8365B9}" destId="{D12AADA9-9887-43D9-BD3A-92C93A16BBE0}" srcOrd="5" destOrd="0" presId="urn:microsoft.com/office/officeart/2018/2/layout/IconLabelList"/>
    <dgm:cxn modelId="{3E89009E-81F8-4FF7-92D2-3B0E8D2890B1}" type="presParOf" srcId="{F669C02A-C224-416C-9907-DA485B8365B9}" destId="{220E0A79-9B26-4691-82BD-0B7660B9F3F4}" srcOrd="6" destOrd="0" presId="urn:microsoft.com/office/officeart/2018/2/layout/IconLabelList"/>
    <dgm:cxn modelId="{8EE73E73-3C4B-41D8-B380-453C3BE52453}" type="presParOf" srcId="{220E0A79-9B26-4691-82BD-0B7660B9F3F4}" destId="{9047E063-24C6-4818-B771-203BD4AAC78D}" srcOrd="0" destOrd="0" presId="urn:microsoft.com/office/officeart/2018/2/layout/IconLabelList"/>
    <dgm:cxn modelId="{687315E2-8FE0-4634-9C47-07F5EE089B10}" type="presParOf" srcId="{220E0A79-9B26-4691-82BD-0B7660B9F3F4}" destId="{69099AAC-27A5-44EC-A21F-ACF93F740DCC}" srcOrd="1" destOrd="0" presId="urn:microsoft.com/office/officeart/2018/2/layout/IconLabelList"/>
    <dgm:cxn modelId="{B49E6355-3CE9-4212-8ADD-62C93247F992}" type="presParOf" srcId="{220E0A79-9B26-4691-82BD-0B7660B9F3F4}" destId="{AB38CF80-854C-4BAC-A9D1-45D8EB919823}" srcOrd="2" destOrd="0" presId="urn:microsoft.com/office/officeart/2018/2/layout/IconLabelList"/>
    <dgm:cxn modelId="{B8FABE62-FDE5-4AF8-9151-CCEDA2F72EA6}" type="presParOf" srcId="{F669C02A-C224-416C-9907-DA485B8365B9}" destId="{E9865612-55D5-456C-983F-35D754BBCB61}" srcOrd="7" destOrd="0" presId="urn:microsoft.com/office/officeart/2018/2/layout/IconLabelList"/>
    <dgm:cxn modelId="{8E76586F-E127-4AF2-9FAD-32987CC2A78B}" type="presParOf" srcId="{F669C02A-C224-416C-9907-DA485B8365B9}" destId="{2BB2B012-AD3A-4FA3-8E3A-603438B03360}" srcOrd="8" destOrd="0" presId="urn:microsoft.com/office/officeart/2018/2/layout/IconLabelList"/>
    <dgm:cxn modelId="{84B2337A-6EAC-43FD-A18A-3E0D6350E085}" type="presParOf" srcId="{2BB2B012-AD3A-4FA3-8E3A-603438B03360}" destId="{4E142B7C-E6A0-491B-BA43-DE7126FE3086}" srcOrd="0" destOrd="0" presId="urn:microsoft.com/office/officeart/2018/2/layout/IconLabelList"/>
    <dgm:cxn modelId="{C6C39CFA-1B95-4566-A3D3-8826A180FF5F}" type="presParOf" srcId="{2BB2B012-AD3A-4FA3-8E3A-603438B03360}" destId="{65195E6B-62D1-4534-B213-024CF7A05D4F}" srcOrd="1" destOrd="0" presId="urn:microsoft.com/office/officeart/2018/2/layout/IconLabelList"/>
    <dgm:cxn modelId="{2905F2B0-7E3E-4863-BEBA-24F4E52702EC}" type="presParOf" srcId="{2BB2B012-AD3A-4FA3-8E3A-603438B03360}" destId="{CD264C98-08FF-443B-9361-B35AE56471E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7A3CCE-B949-478F-A621-2D0526BD9AF5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951DB4-B188-4562-A7C5-91A48CF57B9C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/>
            <a:t>Understand where and how to use FASTA, FASTQ, SAM/BAM, VCF, and GFF in typical genomics workflows.​</a:t>
          </a:r>
          <a:endParaRPr lang="en-US" sz="1200" kern="1200"/>
        </a:p>
      </dsp:txBody>
      <dsp:txXfrm>
        <a:off x="78583" y="2435142"/>
        <a:ext cx="2399612" cy="720000"/>
      </dsp:txXfrm>
    </dsp:sp>
    <dsp:sp modelId="{1719CE1C-361D-4CA2-B9F4-576DC059DC4E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39B7FD-7E5C-41B5-9E6C-2BB5D201E5EF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/>
            <a:t>Recognize text vs binary formats and when to compress, convert, and index files for efficient analysis.​</a:t>
          </a:r>
          <a:endParaRPr lang="en-US" sz="1200" kern="1200"/>
        </a:p>
      </dsp:txBody>
      <dsp:txXfrm>
        <a:off x="2898129" y="2435142"/>
        <a:ext cx="2399612" cy="720000"/>
      </dsp:txXfrm>
    </dsp:sp>
    <dsp:sp modelId="{F36261D5-E035-4761-AC31-47F71AABE51C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09FFE3-D543-47C3-8A92-8D9DBD119F6D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/>
            <a:t>Apply reproducible handling: consistent naming, sensible organization, and documenting metadata alongside files.​</a:t>
          </a:r>
          <a:endParaRPr lang="en-US" sz="1200" kern="1200"/>
        </a:p>
      </dsp:txBody>
      <dsp:txXfrm>
        <a:off x="5717674" y="2435142"/>
        <a:ext cx="2399612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3AFF6C-5D43-6545-A8D9-C1B3809F8640}">
      <dsp:nvSpPr>
        <dsp:cNvPr id="0" name=""/>
        <dsp:cNvSpPr/>
      </dsp:nvSpPr>
      <dsp:spPr>
        <a:xfrm>
          <a:off x="0" y="403478"/>
          <a:ext cx="4697730" cy="469773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08469D-8CF9-A546-8FF6-383C764C86D5}">
      <dsp:nvSpPr>
        <dsp:cNvPr id="0" name=""/>
        <dsp:cNvSpPr/>
      </dsp:nvSpPr>
      <dsp:spPr>
        <a:xfrm>
          <a:off x="446284" y="849763"/>
          <a:ext cx="1832114" cy="18321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0" i="0" kern="1200"/>
            <a:t>- SAM: tab-delimited read alignments (QNAME, FLAG, RNAME, POS, MAPQ, CIGAR) </a:t>
          </a:r>
          <a:endParaRPr lang="en-US" sz="1800" kern="1200"/>
        </a:p>
      </dsp:txBody>
      <dsp:txXfrm>
        <a:off x="535720" y="939199"/>
        <a:ext cx="1653242" cy="1653242"/>
      </dsp:txXfrm>
    </dsp:sp>
    <dsp:sp modelId="{E33A0685-A7FE-4846-9A0B-CAB63746874F}">
      <dsp:nvSpPr>
        <dsp:cNvPr id="0" name=""/>
        <dsp:cNvSpPr/>
      </dsp:nvSpPr>
      <dsp:spPr>
        <a:xfrm>
          <a:off x="2419330" y="849763"/>
          <a:ext cx="1832114" cy="18321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0" i="0" kern="1200"/>
            <a:t>- BAM: compressed binary equivalent of SAM (smaller, faster I/O) </a:t>
          </a:r>
          <a:endParaRPr lang="en-US" sz="1800" kern="1200"/>
        </a:p>
      </dsp:txBody>
      <dsp:txXfrm>
        <a:off x="2508766" y="939199"/>
        <a:ext cx="1653242" cy="1653242"/>
      </dsp:txXfrm>
    </dsp:sp>
    <dsp:sp modelId="{07B7DF6B-C59C-FA4D-A6B6-70384E41BC7A}">
      <dsp:nvSpPr>
        <dsp:cNvPr id="0" name=""/>
        <dsp:cNvSpPr/>
      </dsp:nvSpPr>
      <dsp:spPr>
        <a:xfrm>
          <a:off x="446284" y="2822809"/>
          <a:ext cx="1832114" cy="18321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0" i="0" kern="1200"/>
            <a:t>- VCF: variant calls with meta header and tabular records (position, alleles, INFO) </a:t>
          </a:r>
          <a:endParaRPr lang="en-US" sz="1800" kern="1200"/>
        </a:p>
      </dsp:txBody>
      <dsp:txXfrm>
        <a:off x="535720" y="2912245"/>
        <a:ext cx="1653242" cy="1653242"/>
      </dsp:txXfrm>
    </dsp:sp>
    <dsp:sp modelId="{17BC92A1-BD10-DE41-96C0-0FD2CE1DC765}">
      <dsp:nvSpPr>
        <dsp:cNvPr id="0" name=""/>
        <dsp:cNvSpPr/>
      </dsp:nvSpPr>
      <dsp:spPr>
        <a:xfrm>
          <a:off x="2419330" y="2822809"/>
          <a:ext cx="1832114" cy="18321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0" i="0" kern="1200"/>
            <a:t>- GFF: feature annotations across genomic coordinates (genes, exons, etc.)</a:t>
          </a:r>
          <a:endParaRPr lang="en-US" sz="1800" kern="1200"/>
        </a:p>
      </dsp:txBody>
      <dsp:txXfrm>
        <a:off x="2508766" y="2912245"/>
        <a:ext cx="1653242" cy="165324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BBC003-0720-4492-93DC-BF1309E159C8}">
      <dsp:nvSpPr>
        <dsp:cNvPr id="0" name=""/>
        <dsp:cNvSpPr/>
      </dsp:nvSpPr>
      <dsp:spPr>
        <a:xfrm>
          <a:off x="393224" y="1127076"/>
          <a:ext cx="640722" cy="64072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23D95F-C768-4716-9CD8-8C32BC661D2B}">
      <dsp:nvSpPr>
        <dsp:cNvPr id="0" name=""/>
        <dsp:cNvSpPr/>
      </dsp:nvSpPr>
      <dsp:spPr>
        <a:xfrm>
          <a:off x="1671" y="2009406"/>
          <a:ext cx="1423828" cy="569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i="0" kern="1200"/>
            <a:t>Inspect files: view headers/qualities for FASTA/FASTQ (e.g., gzcat file.fastq.gz | head)</a:t>
          </a:r>
          <a:endParaRPr lang="en-US" sz="1100" kern="1200"/>
        </a:p>
      </dsp:txBody>
      <dsp:txXfrm>
        <a:off x="1671" y="2009406"/>
        <a:ext cx="1423828" cy="569531"/>
      </dsp:txXfrm>
    </dsp:sp>
    <dsp:sp modelId="{7690E127-2EF6-477B-A32F-BCADB50AAE3C}">
      <dsp:nvSpPr>
        <dsp:cNvPr id="0" name=""/>
        <dsp:cNvSpPr/>
      </dsp:nvSpPr>
      <dsp:spPr>
        <a:xfrm>
          <a:off x="2066222" y="1127076"/>
          <a:ext cx="640722" cy="64072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E11935-B422-4F71-A57A-DAD4EA9183DA}">
      <dsp:nvSpPr>
        <dsp:cNvPr id="0" name=""/>
        <dsp:cNvSpPr/>
      </dsp:nvSpPr>
      <dsp:spPr>
        <a:xfrm>
          <a:off x="1674669" y="2009406"/>
          <a:ext cx="1423828" cy="569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i="0" kern="1200"/>
            <a:t>Convert alignments: SAM → BAM and index for downstream performance </a:t>
          </a:r>
          <a:endParaRPr lang="en-US" sz="1100" kern="1200"/>
        </a:p>
      </dsp:txBody>
      <dsp:txXfrm>
        <a:off x="1674669" y="2009406"/>
        <a:ext cx="1423828" cy="569531"/>
      </dsp:txXfrm>
    </dsp:sp>
    <dsp:sp modelId="{4401FB75-BA01-464C-8F87-F5BEBF95CD49}">
      <dsp:nvSpPr>
        <dsp:cNvPr id="0" name=""/>
        <dsp:cNvSpPr/>
      </dsp:nvSpPr>
      <dsp:spPr>
        <a:xfrm>
          <a:off x="3739220" y="1127076"/>
          <a:ext cx="640722" cy="64072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C1689D-A10C-41FE-93F0-A970E4D69D6A}">
      <dsp:nvSpPr>
        <dsp:cNvPr id="0" name=""/>
        <dsp:cNvSpPr/>
      </dsp:nvSpPr>
      <dsp:spPr>
        <a:xfrm>
          <a:off x="3347667" y="2009406"/>
          <a:ext cx="1423828" cy="569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i="0" kern="1200"/>
            <a:t>Compress/decompress: gzip/gunzip FASTQ for storage/transfer efficiency </a:t>
          </a:r>
          <a:endParaRPr lang="en-US" sz="1100" kern="1200"/>
        </a:p>
      </dsp:txBody>
      <dsp:txXfrm>
        <a:off x="3347667" y="2009406"/>
        <a:ext cx="1423828" cy="569531"/>
      </dsp:txXfrm>
    </dsp:sp>
    <dsp:sp modelId="{9047E063-24C6-4818-B771-203BD4AAC78D}">
      <dsp:nvSpPr>
        <dsp:cNvPr id="0" name=""/>
        <dsp:cNvSpPr/>
      </dsp:nvSpPr>
      <dsp:spPr>
        <a:xfrm>
          <a:off x="1229723" y="2934894"/>
          <a:ext cx="640722" cy="64072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38CF80-854C-4BAC-A9D1-45D8EB919823}">
      <dsp:nvSpPr>
        <dsp:cNvPr id="0" name=""/>
        <dsp:cNvSpPr/>
      </dsp:nvSpPr>
      <dsp:spPr>
        <a:xfrm>
          <a:off x="838170" y="3817224"/>
          <a:ext cx="1423828" cy="569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i="0" kern="1200"/>
            <a:t>Create standardized naming: sampleID_R1.fastq.gz and sampleID_R2.fastq.gz </a:t>
          </a:r>
          <a:endParaRPr lang="en-US" sz="1100" kern="1200"/>
        </a:p>
      </dsp:txBody>
      <dsp:txXfrm>
        <a:off x="838170" y="3817224"/>
        <a:ext cx="1423828" cy="569531"/>
      </dsp:txXfrm>
    </dsp:sp>
    <dsp:sp modelId="{4E142B7C-E6A0-491B-BA43-DE7126FE3086}">
      <dsp:nvSpPr>
        <dsp:cNvPr id="0" name=""/>
        <dsp:cNvSpPr/>
      </dsp:nvSpPr>
      <dsp:spPr>
        <a:xfrm>
          <a:off x="2902721" y="2934894"/>
          <a:ext cx="640722" cy="64072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264C98-08FF-443B-9361-B35AE56471E6}">
      <dsp:nvSpPr>
        <dsp:cNvPr id="0" name=""/>
        <dsp:cNvSpPr/>
      </dsp:nvSpPr>
      <dsp:spPr>
        <a:xfrm>
          <a:off x="2511168" y="3817224"/>
          <a:ext cx="1423828" cy="569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i="0" kern="1200"/>
            <a:t>Build a project structure: data/raw, data/processed, results, scripts</a:t>
          </a:r>
          <a:endParaRPr lang="en-US" sz="1100" kern="1200"/>
        </a:p>
      </dsp:txBody>
      <dsp:txXfrm>
        <a:off x="2511168" y="3817224"/>
        <a:ext cx="1423828" cy="5695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D579D-8A64-9B49-8D4E-B465A652177D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DFEC2A-E87A-E44B-B026-98A8DD5AD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607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Demonstrate pwd, ls, cd, mkdir, mv.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Ecosystems and typical bioinformatics use-cases.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set -euo pipefail for safer scripting.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n-GB" sz="4200" dirty="0">
                <a:solidFill>
                  <a:srgbClr val="FFFFFF"/>
                </a:solidFill>
              </a:rPr>
              <a:t>Week 4: File Format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 lnSpcReduction="10000"/>
          </a:bodyPr>
          <a:lstStyle/>
          <a:p>
            <a:pPr algn="l"/>
            <a:r>
              <a:rPr lang="en-GB" dirty="0">
                <a:latin typeface="fkGroteskNeue"/>
              </a:rPr>
              <a:t>C</a:t>
            </a:r>
            <a:r>
              <a:rPr lang="en-GB" b="0" i="0" dirty="0">
                <a:effectLst/>
                <a:latin typeface="fkGroteskNeue"/>
              </a:rPr>
              <a:t>ore genomics file formats (FASTA, FASTQ, SAM/BAM, VCF, GFF)</a:t>
            </a:r>
            <a:br>
              <a:rPr lang="en-GB" b="0" i="0" dirty="0">
                <a:effectLst/>
                <a:latin typeface="fkGroteskNeue"/>
              </a:rPr>
            </a:br>
            <a:r>
              <a:rPr lang="en-GB" dirty="0"/>
              <a:t>(2 hours)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 b="0" i="0">
                <a:solidFill>
                  <a:srgbClr val="FFFFFF"/>
                </a:solidFill>
                <a:effectLst/>
                <a:latin typeface="fkGrotesk"/>
              </a:rPr>
              <a:t>Overview and outcomes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CBD39B01-6733-2217-0162-BFA3D226FB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565497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3500" b="0" i="0">
                <a:solidFill>
                  <a:srgbClr val="FFFFFF"/>
                </a:solidFill>
                <a:effectLst/>
                <a:latin typeface="fkGrotesk"/>
              </a:rPr>
              <a:t>FASTA and FASTQ essentials</a:t>
            </a:r>
          </a:p>
        </p:txBody>
      </p:sp>
      <p:sp>
        <p:nvSpPr>
          <p:cNvPr id="31" name="Content Placeholder 3">
            <a:extLst>
              <a:ext uri="{FF2B5EF4-FFF2-40B4-BE49-F238E27FC236}">
                <a16:creationId xmlns:a16="http://schemas.microsoft.com/office/drawing/2014/main" id="{D2058EE3-B2F1-A5C9-C25E-95CF44653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700" b="0" i="0" dirty="0">
                <a:effectLst/>
                <a:latin typeface="fkGroteskNeue"/>
              </a:rPr>
              <a:t>FASTA stores sequences with a header line starting with “&gt;” followed by sequence lines; it is widely used for reference genomes and assembled sequences.​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700" b="0" i="0" dirty="0">
                <a:effectLst/>
                <a:latin typeface="fkGroteskNeue"/>
              </a:rPr>
              <a:t>Example FASTA record:​</a:t>
            </a:r>
            <a:br>
              <a:rPr lang="en-GB" sz="1700" b="0" i="0" dirty="0">
                <a:effectLst/>
                <a:latin typeface="fkGroteskNeue"/>
              </a:rPr>
            </a:br>
            <a:r>
              <a:rPr lang="en-GB" sz="1700" b="0" i="0" dirty="0">
                <a:effectLst/>
                <a:latin typeface="fkGroteskNeue"/>
              </a:rPr>
              <a:t>“Example FASTA record:”​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700" b="0" i="0" dirty="0">
                <a:effectLst/>
                <a:latin typeface="inherit"/>
              </a:rPr>
              <a:t>&gt;chr1 human reference AGCTTAGCTAGCTACCTATATCTTG </a:t>
            </a:r>
            <a:endParaRPr lang="en-GB" sz="1700" b="0" i="0" dirty="0">
              <a:effectLst/>
              <a:latin typeface="berkeleyMono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1700" b="0" i="0" dirty="0">
                <a:effectLst/>
                <a:latin typeface="fkGroteskNeue"/>
              </a:rPr>
              <a:t>FASTQ encodes one read per four lines: @header, sequence, + separator, and ASCII-encoded quality string; it is standard for raw NGS reads.​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700" b="0" i="0" dirty="0">
                <a:effectLst/>
                <a:latin typeface="fkGroteskNeue"/>
              </a:rPr>
              <a:t>Example FASTQ record:​</a:t>
            </a:r>
            <a:br>
              <a:rPr lang="en-GB" sz="1700" b="0" i="0" dirty="0">
                <a:effectLst/>
                <a:latin typeface="fkGroteskNeue"/>
              </a:rPr>
            </a:br>
            <a:r>
              <a:rPr lang="en-GB" sz="1700" b="0" i="0" dirty="0">
                <a:effectLst/>
                <a:latin typeface="fkGroteskNeue"/>
              </a:rPr>
              <a:t>“Example FASTQ record:”​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700" b="0" i="0" dirty="0">
                <a:effectLst/>
                <a:latin typeface="fkGroteskNeue"/>
              </a:rPr>
              <a:t>@READ123</a:t>
            </a:r>
            <a:br>
              <a:rPr lang="en-GB" sz="1700" dirty="0"/>
            </a:br>
            <a:r>
              <a:rPr lang="en-GB" sz="1700" b="0" i="0" dirty="0">
                <a:effectLst/>
                <a:latin typeface="fkGroteskNeue"/>
              </a:rPr>
              <a:t>NNNGATCTGACCT</a:t>
            </a:r>
            <a:br>
              <a:rPr lang="en-GB" sz="1700" dirty="0"/>
            </a:br>
            <a:r>
              <a:rPr lang="en-GB" sz="1700" b="0" i="0" dirty="0">
                <a:effectLst/>
                <a:latin typeface="fkGroteskNeue"/>
              </a:rPr>
              <a:t>+</a:t>
            </a:r>
            <a:br>
              <a:rPr lang="en-GB" sz="1700" dirty="0"/>
            </a:br>
            <a:r>
              <a:rPr lang="en-GB" sz="1700" b="0" i="0" dirty="0">
                <a:effectLst/>
                <a:latin typeface="fkGroteskNeue"/>
              </a:rPr>
              <a:t>!''</a:t>
            </a:r>
            <a:r>
              <a:rPr lang="en-GB" sz="1700" b="0" i="1" dirty="0">
                <a:effectLst/>
                <a:latin typeface="fkGroteskNeue"/>
              </a:rPr>
              <a:t>((((</a:t>
            </a:r>
            <a:r>
              <a:rPr lang="en-GB" sz="1700" b="0" i="0" dirty="0">
                <a:effectLst/>
                <a:latin typeface="fkGroteskNeue"/>
              </a:rPr>
              <a:t>**))+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2530602" cy="5567891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/>
            <a:r>
              <a:rPr lang="en-GB" sz="4200" b="0" i="0">
                <a:effectLst/>
                <a:latin typeface="berkeleyMono"/>
              </a:rPr>
              <a:t>SAM/BAM and VCF/GFF</a:t>
            </a:r>
            <a:endParaRPr lang="en-US" sz="4200" kern="120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2314DD09-6785-CC94-DFB6-CA25B54DB4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3412697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/>
            <a:r>
              <a:rPr lang="en-GB" sz="3500" b="0" i="0">
                <a:effectLst/>
                <a:latin typeface="berkeleyMono"/>
              </a:rPr>
              <a:t>Hands-on</a:t>
            </a:r>
            <a:endParaRPr lang="en-US" sz="3500" kern="1200">
              <a:latin typeface="+mj-lt"/>
              <a:ea typeface="+mj-ea"/>
              <a:cs typeface="+mj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CE50D9E2-E91B-038A-D359-602C4E63F2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0081392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655</TotalTime>
  <Words>367</Words>
  <Application>Microsoft Macintosh PowerPoint</Application>
  <PresentationFormat>On-screen Show (4:3)</PresentationFormat>
  <Paragraphs>27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Aptos</vt:lpstr>
      <vt:lpstr>Arial</vt:lpstr>
      <vt:lpstr>berkeleyMono</vt:lpstr>
      <vt:lpstr>Calibri</vt:lpstr>
      <vt:lpstr>fkGrotesk</vt:lpstr>
      <vt:lpstr>fkGroteskNeue</vt:lpstr>
      <vt:lpstr>inherit</vt:lpstr>
      <vt:lpstr>Office Theme</vt:lpstr>
      <vt:lpstr>Week 4: File Format Overview</vt:lpstr>
      <vt:lpstr>Overview and outcomes</vt:lpstr>
      <vt:lpstr>FASTA and FASTQ essentials</vt:lpstr>
      <vt:lpstr>SAM/BAM and VCF/GFF</vt:lpstr>
      <vt:lpstr>Hands-on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Subham Verma</cp:lastModifiedBy>
  <cp:revision>4</cp:revision>
  <dcterms:created xsi:type="dcterms:W3CDTF">2013-01-27T09:14:16Z</dcterms:created>
  <dcterms:modified xsi:type="dcterms:W3CDTF">2025-11-18T17:29:24Z</dcterms:modified>
  <cp:category/>
</cp:coreProperties>
</file>